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74" r:id="rId4"/>
    <p:sldId id="273" r:id="rId5"/>
    <p:sldId id="275" r:id="rId6"/>
    <p:sldId id="276" r:id="rId7"/>
    <p:sldId id="268" r:id="rId8"/>
    <p:sldId id="267" r:id="rId9"/>
    <p:sldId id="278" r:id="rId10"/>
    <p:sldId id="261" r:id="rId11"/>
    <p:sldId id="269" r:id="rId12"/>
    <p:sldId id="262" r:id="rId13"/>
    <p:sldId id="270" r:id="rId14"/>
    <p:sldId id="277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E36A5-3DC7-40EE-9ACE-17B46A261CDE}" v="13" dt="2026-10-22T06:12:31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addSld delSld modSld sldOrd">
      <pc:chgData name="Andrew Beatty" userId="ddf183e3-d1da-49e1-9619-81ceb6b4ef92" providerId="ADAL" clId="{0A9FA626-7B66-484A-9EFA-B61C399DD8F4}" dt="2026-10-22T06:13:12.402" v="968" actId="680"/>
      <pc:docMkLst>
        <pc:docMk/>
      </pc:docMkLst>
      <pc:sldChg chg="modSp mod">
        <pc:chgData name="Andrew Beatty" userId="ddf183e3-d1da-49e1-9619-81ceb6b4ef92" providerId="ADAL" clId="{0A9FA626-7B66-484A-9EFA-B61C399DD8F4}" dt="2026-10-22T04:48:45.983" v="24" actId="20577"/>
        <pc:sldMkLst>
          <pc:docMk/>
          <pc:sldMk cId="2759597653" sldId="256"/>
        </pc:sldMkLst>
        <pc:spChg chg="mod">
          <ac:chgData name="Andrew Beatty" userId="ddf183e3-d1da-49e1-9619-81ceb6b4ef92" providerId="ADAL" clId="{0A9FA626-7B66-484A-9EFA-B61C399DD8F4}" dt="2026-10-22T04:48:45.983" v="24" actId="20577"/>
          <ac:spMkLst>
            <pc:docMk/>
            <pc:sldMk cId="2759597653" sldId="256"/>
            <ac:spMk id="2" creationId="{978EF380-D3DD-641B-6BD2-F956189B5831}"/>
          </ac:spMkLst>
        </pc:spChg>
      </pc:sldChg>
      <pc:sldChg chg="addSp modSp mod">
        <pc:chgData name="Andrew Beatty" userId="ddf183e3-d1da-49e1-9619-81ceb6b4ef92" providerId="ADAL" clId="{0A9FA626-7B66-484A-9EFA-B61C399DD8F4}" dt="2026-10-22T05:55:30.495" v="384" actId="113"/>
        <pc:sldMkLst>
          <pc:docMk/>
          <pc:sldMk cId="1865043258" sldId="257"/>
        </pc:sldMkLst>
        <pc:spChg chg="mod">
          <ac:chgData name="Andrew Beatty" userId="ddf183e3-d1da-49e1-9619-81ceb6b4ef92" providerId="ADAL" clId="{0A9FA626-7B66-484A-9EFA-B61C399DD8F4}" dt="2026-10-22T05:47:08.676" v="27" actId="20577"/>
          <ac:spMkLst>
            <pc:docMk/>
            <pc:sldMk cId="1865043258" sldId="257"/>
            <ac:spMk id="2" creationId="{838A0BE0-E78B-29BB-5B0D-C76C54958EE1}"/>
          </ac:spMkLst>
        </pc:spChg>
        <pc:spChg chg="mod">
          <ac:chgData name="Andrew Beatty" userId="ddf183e3-d1da-49e1-9619-81ceb6b4ef92" providerId="ADAL" clId="{0A9FA626-7B66-484A-9EFA-B61C399DD8F4}" dt="2026-10-22T05:55:30.495" v="384" actId="113"/>
          <ac:spMkLst>
            <pc:docMk/>
            <pc:sldMk cId="1865043258" sldId="257"/>
            <ac:spMk id="3" creationId="{DECDA4A0-065B-C806-A806-E31136754A07}"/>
          </ac:spMkLst>
        </pc:spChg>
        <pc:spChg chg="add mod">
          <ac:chgData name="Andrew Beatty" userId="ddf183e3-d1da-49e1-9619-81ceb6b4ef92" providerId="ADAL" clId="{0A9FA626-7B66-484A-9EFA-B61C399DD8F4}" dt="2026-10-22T05:48:38.014" v="89" actId="1076"/>
          <ac:spMkLst>
            <pc:docMk/>
            <pc:sldMk cId="1865043258" sldId="257"/>
            <ac:spMk id="5" creationId="{D96CB154-C129-9A93-407B-8AC93C947B45}"/>
          </ac:spMkLst>
        </pc:spChg>
      </pc:sldChg>
      <pc:sldChg chg="modSp mod">
        <pc:chgData name="Andrew Beatty" userId="ddf183e3-d1da-49e1-9619-81ceb6b4ef92" providerId="ADAL" clId="{0A9FA626-7B66-484A-9EFA-B61C399DD8F4}" dt="2026-10-22T06:08:13.049" v="854" actId="1076"/>
        <pc:sldMkLst>
          <pc:docMk/>
          <pc:sldMk cId="3553937012" sldId="261"/>
        </pc:sldMkLst>
        <pc:spChg chg="mod">
          <ac:chgData name="Andrew Beatty" userId="ddf183e3-d1da-49e1-9619-81ceb6b4ef92" providerId="ADAL" clId="{0A9FA626-7B66-484A-9EFA-B61C399DD8F4}" dt="2026-10-22T06:06:39.314" v="758" actId="20577"/>
          <ac:spMkLst>
            <pc:docMk/>
            <pc:sldMk cId="3553937012" sldId="261"/>
            <ac:spMk id="2" creationId="{E0F0B6A0-CC39-9594-90EC-9A536083E9C5}"/>
          </ac:spMkLst>
        </pc:spChg>
        <pc:spChg chg="mod">
          <ac:chgData name="Andrew Beatty" userId="ddf183e3-d1da-49e1-9619-81ceb6b4ef92" providerId="ADAL" clId="{0A9FA626-7B66-484A-9EFA-B61C399DD8F4}" dt="2026-10-22T06:07:12.907" v="818" actId="20577"/>
          <ac:spMkLst>
            <pc:docMk/>
            <pc:sldMk cId="3553937012" sldId="261"/>
            <ac:spMk id="3" creationId="{4664605E-4BB5-7CCF-708D-71FCEFA8B717}"/>
          </ac:spMkLst>
        </pc:spChg>
        <pc:spChg chg="mod">
          <ac:chgData name="Andrew Beatty" userId="ddf183e3-d1da-49e1-9619-81ceb6b4ef92" providerId="ADAL" clId="{0A9FA626-7B66-484A-9EFA-B61C399DD8F4}" dt="2026-10-22T06:08:13.049" v="854" actId="1076"/>
          <ac:spMkLst>
            <pc:docMk/>
            <pc:sldMk cId="3553937012" sldId="261"/>
            <ac:spMk id="4" creationId="{7343C7CB-0335-F3E1-66C2-21AAD323C9BE}"/>
          </ac:spMkLst>
        </pc:spChg>
      </pc:sldChg>
      <pc:sldChg chg="delSp modSp mod">
        <pc:chgData name="Andrew Beatty" userId="ddf183e3-d1da-49e1-9619-81ceb6b4ef92" providerId="ADAL" clId="{0A9FA626-7B66-484A-9EFA-B61C399DD8F4}" dt="2026-10-22T06:11:53.737" v="936" actId="113"/>
        <pc:sldMkLst>
          <pc:docMk/>
          <pc:sldMk cId="2736378955" sldId="262"/>
        </pc:sldMkLst>
        <pc:spChg chg="mod">
          <ac:chgData name="Andrew Beatty" userId="ddf183e3-d1da-49e1-9619-81ceb6b4ef92" providerId="ADAL" clId="{0A9FA626-7B66-484A-9EFA-B61C399DD8F4}" dt="2026-10-22T06:08:37.075" v="865" actId="20577"/>
          <ac:spMkLst>
            <pc:docMk/>
            <pc:sldMk cId="2736378955" sldId="262"/>
            <ac:spMk id="2" creationId="{1D0BEA27-D3D8-A1C6-321D-26AA6C5FB06C}"/>
          </ac:spMkLst>
        </pc:spChg>
        <pc:spChg chg="mod">
          <ac:chgData name="Andrew Beatty" userId="ddf183e3-d1da-49e1-9619-81ceb6b4ef92" providerId="ADAL" clId="{0A9FA626-7B66-484A-9EFA-B61C399DD8F4}" dt="2026-10-22T06:11:53.737" v="936" actId="113"/>
          <ac:spMkLst>
            <pc:docMk/>
            <pc:sldMk cId="2736378955" sldId="262"/>
            <ac:spMk id="3" creationId="{6C18E189-4984-0800-F2A5-0B12740082B7}"/>
          </ac:spMkLst>
        </pc:spChg>
        <pc:spChg chg="mod">
          <ac:chgData name="Andrew Beatty" userId="ddf183e3-d1da-49e1-9619-81ceb6b4ef92" providerId="ADAL" clId="{0A9FA626-7B66-484A-9EFA-B61C399DD8F4}" dt="2026-10-22T06:09:17.031" v="877" actId="2711"/>
          <ac:spMkLst>
            <pc:docMk/>
            <pc:sldMk cId="2736378955" sldId="262"/>
            <ac:spMk id="5" creationId="{A35FC770-8468-B903-8C55-43486838A638}"/>
          </ac:spMkLst>
        </pc:spChg>
        <pc:spChg chg="del">
          <ac:chgData name="Andrew Beatty" userId="ddf183e3-d1da-49e1-9619-81ceb6b4ef92" providerId="ADAL" clId="{0A9FA626-7B66-484A-9EFA-B61C399DD8F4}" dt="2026-10-22T06:11:33.761" v="912" actId="478"/>
          <ac:spMkLst>
            <pc:docMk/>
            <pc:sldMk cId="2736378955" sldId="262"/>
            <ac:spMk id="7" creationId="{05CDE6CB-A84D-D5F4-4094-A602E9591C92}"/>
          </ac:spMkLst>
        </pc:spChg>
      </pc:sldChg>
      <pc:sldChg chg="addSp modSp mod">
        <pc:chgData name="Andrew Beatty" userId="ddf183e3-d1da-49e1-9619-81ceb6b4ef92" providerId="ADAL" clId="{0A9FA626-7B66-484A-9EFA-B61C399DD8F4}" dt="2026-10-22T06:06:05.296" v="749" actId="1076"/>
        <pc:sldMkLst>
          <pc:docMk/>
          <pc:sldMk cId="196508583" sldId="267"/>
        </pc:sldMkLst>
        <pc:spChg chg="mod">
          <ac:chgData name="Andrew Beatty" userId="ddf183e3-d1da-49e1-9619-81ceb6b4ef92" providerId="ADAL" clId="{0A9FA626-7B66-484A-9EFA-B61C399DD8F4}" dt="2026-10-22T06:03:58.645" v="696" actId="20577"/>
          <ac:spMkLst>
            <pc:docMk/>
            <pc:sldMk cId="196508583" sldId="267"/>
            <ac:spMk id="2" creationId="{DB76528B-F59A-8B0C-45EA-84FAC035E23A}"/>
          </ac:spMkLst>
        </pc:spChg>
        <pc:spChg chg="mod">
          <ac:chgData name="Andrew Beatty" userId="ddf183e3-d1da-49e1-9619-81ceb6b4ef92" providerId="ADAL" clId="{0A9FA626-7B66-484A-9EFA-B61C399DD8F4}" dt="2026-10-22T06:04:53.174" v="728" actId="113"/>
          <ac:spMkLst>
            <pc:docMk/>
            <pc:sldMk cId="196508583" sldId="267"/>
            <ac:spMk id="3" creationId="{114E585B-A81B-AAB5-6009-4C2199697647}"/>
          </ac:spMkLst>
        </pc:spChg>
        <pc:spChg chg="add mod">
          <ac:chgData name="Andrew Beatty" userId="ddf183e3-d1da-49e1-9619-81ceb6b4ef92" providerId="ADAL" clId="{0A9FA626-7B66-484A-9EFA-B61C399DD8F4}" dt="2026-10-22T06:06:05.296" v="749" actId="1076"/>
          <ac:spMkLst>
            <pc:docMk/>
            <pc:sldMk cId="196508583" sldId="267"/>
            <ac:spMk id="5" creationId="{B63FE388-B068-7CFA-1363-4CB9EA6F6222}"/>
          </ac:spMkLst>
        </pc:spChg>
      </pc:sldChg>
      <pc:sldChg chg="ord">
        <pc:chgData name="Andrew Beatty" userId="ddf183e3-d1da-49e1-9619-81ceb6b4ef92" providerId="ADAL" clId="{0A9FA626-7B66-484A-9EFA-B61C399DD8F4}" dt="2026-10-22T05:52:08.454" v="174"/>
        <pc:sldMkLst>
          <pc:docMk/>
          <pc:sldMk cId="2730909543" sldId="268"/>
        </pc:sldMkLst>
      </pc:sldChg>
      <pc:sldChg chg="ord">
        <pc:chgData name="Andrew Beatty" userId="ddf183e3-d1da-49e1-9619-81ceb6b4ef92" providerId="ADAL" clId="{0A9FA626-7B66-484A-9EFA-B61C399DD8F4}" dt="2026-10-22T06:08:17.001" v="856"/>
        <pc:sldMkLst>
          <pc:docMk/>
          <pc:sldMk cId="801027524" sldId="269"/>
        </pc:sldMkLst>
      </pc:sldChg>
      <pc:sldChg chg="delSp modSp mod">
        <pc:chgData name="Andrew Beatty" userId="ddf183e3-d1da-49e1-9619-81ceb6b4ef92" providerId="ADAL" clId="{0A9FA626-7B66-484A-9EFA-B61C399DD8F4}" dt="2026-10-22T06:12:41.226" v="964" actId="20577"/>
        <pc:sldMkLst>
          <pc:docMk/>
          <pc:sldMk cId="3175351256" sldId="270"/>
        </pc:sldMkLst>
        <pc:spChg chg="mod">
          <ac:chgData name="Andrew Beatty" userId="ddf183e3-d1da-49e1-9619-81ceb6b4ef92" providerId="ADAL" clId="{0A9FA626-7B66-484A-9EFA-B61C399DD8F4}" dt="2026-10-22T06:12:07.882" v="945" actId="20577"/>
          <ac:spMkLst>
            <pc:docMk/>
            <pc:sldMk cId="3175351256" sldId="270"/>
            <ac:spMk id="2" creationId="{3D8C45A2-3BB8-DFAC-AD01-A4EE8A15A9BA}"/>
          </ac:spMkLst>
        </pc:spChg>
        <pc:spChg chg="mod">
          <ac:chgData name="Andrew Beatty" userId="ddf183e3-d1da-49e1-9619-81ceb6b4ef92" providerId="ADAL" clId="{0A9FA626-7B66-484A-9EFA-B61C399DD8F4}" dt="2026-10-22T06:12:41.226" v="964" actId="20577"/>
          <ac:spMkLst>
            <pc:docMk/>
            <pc:sldMk cId="3175351256" sldId="270"/>
            <ac:spMk id="3" creationId="{63E99C2A-3179-9F4A-40D4-5FE8FCDC97D1}"/>
          </ac:spMkLst>
        </pc:spChg>
        <pc:spChg chg="del">
          <ac:chgData name="Andrew Beatty" userId="ddf183e3-d1da-49e1-9619-81ceb6b4ef92" providerId="ADAL" clId="{0A9FA626-7B66-484A-9EFA-B61C399DD8F4}" dt="2026-10-22T06:12:28.179" v="947" actId="478"/>
          <ac:spMkLst>
            <pc:docMk/>
            <pc:sldMk cId="3175351256" sldId="270"/>
            <ac:spMk id="5" creationId="{B29575EE-F07A-0789-2B03-47DAB87E99D8}"/>
          </ac:spMkLst>
        </pc:spChg>
        <pc:spChg chg="del">
          <ac:chgData name="Andrew Beatty" userId="ddf183e3-d1da-49e1-9619-81ceb6b4ef92" providerId="ADAL" clId="{0A9FA626-7B66-484A-9EFA-B61C399DD8F4}" dt="2026-10-22T06:12:29.083" v="948" actId="478"/>
          <ac:spMkLst>
            <pc:docMk/>
            <pc:sldMk cId="3175351256" sldId="270"/>
            <ac:spMk id="7" creationId="{8BC406F9-6F52-2DD0-013D-1DF7D67C6B48}"/>
          </ac:spMkLst>
        </pc:spChg>
      </pc:sldChg>
      <pc:sldChg chg="del">
        <pc:chgData name="Andrew Beatty" userId="ddf183e3-d1da-49e1-9619-81ceb6b4ef92" providerId="ADAL" clId="{0A9FA626-7B66-484A-9EFA-B61C399DD8F4}" dt="2026-10-22T06:12:52.811" v="966" actId="47"/>
        <pc:sldMkLst>
          <pc:docMk/>
          <pc:sldMk cId="1875669476" sldId="271"/>
        </pc:sldMkLst>
      </pc:sldChg>
      <pc:sldChg chg="del">
        <pc:chgData name="Andrew Beatty" userId="ddf183e3-d1da-49e1-9619-81ceb6b4ef92" providerId="ADAL" clId="{0A9FA626-7B66-484A-9EFA-B61C399DD8F4}" dt="2026-10-22T06:12:53.529" v="967" actId="47"/>
        <pc:sldMkLst>
          <pc:docMk/>
          <pc:sldMk cId="869839942" sldId="272"/>
        </pc:sldMkLst>
      </pc:sldChg>
      <pc:sldChg chg="new ord">
        <pc:chgData name="Andrew Beatty" userId="ddf183e3-d1da-49e1-9619-81ceb6b4ef92" providerId="ADAL" clId="{0A9FA626-7B66-484A-9EFA-B61C399DD8F4}" dt="2026-10-22T05:52:23.238" v="177"/>
        <pc:sldMkLst>
          <pc:docMk/>
          <pc:sldMk cId="4218659301" sldId="273"/>
        </pc:sldMkLst>
      </pc:sldChg>
      <pc:sldChg chg="addSp modSp new mod ord">
        <pc:chgData name="Andrew Beatty" userId="ddf183e3-d1da-49e1-9619-81ceb6b4ef92" providerId="ADAL" clId="{0A9FA626-7B66-484A-9EFA-B61C399DD8F4}" dt="2026-10-22T05:55:22.530" v="383" actId="113"/>
        <pc:sldMkLst>
          <pc:docMk/>
          <pc:sldMk cId="4233092729" sldId="274"/>
        </pc:sldMkLst>
        <pc:spChg chg="mod">
          <ac:chgData name="Andrew Beatty" userId="ddf183e3-d1da-49e1-9619-81ceb6b4ef92" providerId="ADAL" clId="{0A9FA626-7B66-484A-9EFA-B61C399DD8F4}" dt="2026-10-22T05:52:30.980" v="188" actId="20577"/>
          <ac:spMkLst>
            <pc:docMk/>
            <pc:sldMk cId="4233092729" sldId="274"/>
            <ac:spMk id="2" creationId="{4E9FA386-B129-E946-D13E-2B6DF5A649A1}"/>
          </ac:spMkLst>
        </pc:spChg>
        <pc:spChg chg="mod">
          <ac:chgData name="Andrew Beatty" userId="ddf183e3-d1da-49e1-9619-81ceb6b4ef92" providerId="ADAL" clId="{0A9FA626-7B66-484A-9EFA-B61C399DD8F4}" dt="2026-10-22T05:55:22.530" v="383" actId="113"/>
          <ac:spMkLst>
            <pc:docMk/>
            <pc:sldMk cId="4233092729" sldId="274"/>
            <ac:spMk id="3" creationId="{464FCCD1-9690-8EE8-81BB-9C26688F74AC}"/>
          </ac:spMkLst>
        </pc:spChg>
        <pc:spChg chg="add mod">
          <ac:chgData name="Andrew Beatty" userId="ddf183e3-d1da-49e1-9619-81ceb6b4ef92" providerId="ADAL" clId="{0A9FA626-7B66-484A-9EFA-B61C399DD8F4}" dt="2026-10-22T05:53:45.959" v="237" actId="20577"/>
          <ac:spMkLst>
            <pc:docMk/>
            <pc:sldMk cId="4233092729" sldId="274"/>
            <ac:spMk id="5" creationId="{0E445FB4-890F-B03C-4AC1-607E637DE40A}"/>
          </ac:spMkLst>
        </pc:spChg>
      </pc:sldChg>
      <pc:sldChg chg="addSp delSp modSp new mod ord">
        <pc:chgData name="Andrew Beatty" userId="ddf183e3-d1da-49e1-9619-81ceb6b4ef92" providerId="ADAL" clId="{0A9FA626-7B66-484A-9EFA-B61C399DD8F4}" dt="2026-10-22T06:00:16.911" v="657" actId="21"/>
        <pc:sldMkLst>
          <pc:docMk/>
          <pc:sldMk cId="553609656" sldId="275"/>
        </pc:sldMkLst>
        <pc:spChg chg="mod">
          <ac:chgData name="Andrew Beatty" userId="ddf183e3-d1da-49e1-9619-81ceb6b4ef92" providerId="ADAL" clId="{0A9FA626-7B66-484A-9EFA-B61C399DD8F4}" dt="2026-10-22T05:54:01.369" v="245" actId="20577"/>
          <ac:spMkLst>
            <pc:docMk/>
            <pc:sldMk cId="553609656" sldId="275"/>
            <ac:spMk id="2" creationId="{FC38DCDA-B57B-9EF5-C639-9594642FF72B}"/>
          </ac:spMkLst>
        </pc:spChg>
        <pc:spChg chg="mod">
          <ac:chgData name="Andrew Beatty" userId="ddf183e3-d1da-49e1-9619-81ceb6b4ef92" providerId="ADAL" clId="{0A9FA626-7B66-484A-9EFA-B61C399DD8F4}" dt="2026-10-22T05:59:37.537" v="650" actId="21"/>
          <ac:spMkLst>
            <pc:docMk/>
            <pc:sldMk cId="553609656" sldId="275"/>
            <ac:spMk id="3" creationId="{7A1F6207-7111-E0F5-FD40-FA33C3CC8428}"/>
          </ac:spMkLst>
        </pc:spChg>
        <pc:spChg chg="add del mod">
          <ac:chgData name="Andrew Beatty" userId="ddf183e3-d1da-49e1-9619-81ceb6b4ef92" providerId="ADAL" clId="{0A9FA626-7B66-484A-9EFA-B61C399DD8F4}" dt="2026-10-22T06:00:16.911" v="657" actId="21"/>
          <ac:spMkLst>
            <pc:docMk/>
            <pc:sldMk cId="553609656" sldId="275"/>
            <ac:spMk id="5" creationId="{825DEB19-BEBF-4FCD-387F-1B910B942D43}"/>
          </ac:spMkLst>
        </pc:spChg>
        <pc:spChg chg="add mod">
          <ac:chgData name="Andrew Beatty" userId="ddf183e3-d1da-49e1-9619-81ceb6b4ef92" providerId="ADAL" clId="{0A9FA626-7B66-484A-9EFA-B61C399DD8F4}" dt="2026-10-22T05:57:51.775" v="480" actId="1076"/>
          <ac:spMkLst>
            <pc:docMk/>
            <pc:sldMk cId="553609656" sldId="275"/>
            <ac:spMk id="13" creationId="{D2DEB486-DBEB-4D90-0A47-FD3857784B52}"/>
          </ac:spMkLst>
        </pc:spChg>
        <pc:cxnChg chg="add del">
          <ac:chgData name="Andrew Beatty" userId="ddf183e3-d1da-49e1-9619-81ceb6b4ef92" providerId="ADAL" clId="{0A9FA626-7B66-484A-9EFA-B61C399DD8F4}" dt="2026-10-22T06:00:16.911" v="657" actId="21"/>
          <ac:cxnSpMkLst>
            <pc:docMk/>
            <pc:sldMk cId="553609656" sldId="275"/>
            <ac:cxnSpMk id="7" creationId="{9AC4CC02-0E2A-738E-C8D7-0943AD63957E}"/>
          </ac:cxnSpMkLst>
        </pc:cxnChg>
        <pc:cxnChg chg="add del">
          <ac:chgData name="Andrew Beatty" userId="ddf183e3-d1da-49e1-9619-81ceb6b4ef92" providerId="ADAL" clId="{0A9FA626-7B66-484A-9EFA-B61C399DD8F4}" dt="2026-10-22T06:00:16.911" v="657" actId="21"/>
          <ac:cxnSpMkLst>
            <pc:docMk/>
            <pc:sldMk cId="553609656" sldId="275"/>
            <ac:cxnSpMk id="9" creationId="{1352D31E-9002-6462-380B-36D69062B95B}"/>
          </ac:cxnSpMkLst>
        </pc:cxnChg>
        <pc:cxnChg chg="add del">
          <ac:chgData name="Andrew Beatty" userId="ddf183e3-d1da-49e1-9619-81ceb6b4ef92" providerId="ADAL" clId="{0A9FA626-7B66-484A-9EFA-B61C399DD8F4}" dt="2026-10-22T06:00:16.911" v="657" actId="21"/>
          <ac:cxnSpMkLst>
            <pc:docMk/>
            <pc:sldMk cId="553609656" sldId="275"/>
            <ac:cxnSpMk id="11" creationId="{809DEF6E-5BED-F0A5-49E9-CABDA55ED2E4}"/>
          </ac:cxnSpMkLst>
        </pc:cxnChg>
      </pc:sldChg>
      <pc:sldChg chg="addSp modSp new mod">
        <pc:chgData name="Andrew Beatty" userId="ddf183e3-d1da-49e1-9619-81ceb6b4ef92" providerId="ADAL" clId="{0A9FA626-7B66-484A-9EFA-B61C399DD8F4}" dt="2026-10-22T06:03:11.096" v="688" actId="6549"/>
        <pc:sldMkLst>
          <pc:docMk/>
          <pc:sldMk cId="2174574833" sldId="276"/>
        </pc:sldMkLst>
        <pc:spChg chg="mod">
          <ac:chgData name="Andrew Beatty" userId="ddf183e3-d1da-49e1-9619-81ceb6b4ef92" providerId="ADAL" clId="{0A9FA626-7B66-484A-9EFA-B61C399DD8F4}" dt="2026-10-22T05:58:17.307" v="490" actId="20577"/>
          <ac:spMkLst>
            <pc:docMk/>
            <pc:sldMk cId="2174574833" sldId="276"/>
            <ac:spMk id="2" creationId="{1EEBCCC5-ED77-7230-5C21-8A983C4D6497}"/>
          </ac:spMkLst>
        </pc:spChg>
        <pc:spChg chg="mod">
          <ac:chgData name="Andrew Beatty" userId="ddf183e3-d1da-49e1-9619-81ceb6b4ef92" providerId="ADAL" clId="{0A9FA626-7B66-484A-9EFA-B61C399DD8F4}" dt="2026-10-22T06:02:50.443" v="686" actId="20577"/>
          <ac:spMkLst>
            <pc:docMk/>
            <pc:sldMk cId="2174574833" sldId="276"/>
            <ac:spMk id="3" creationId="{C2A251FC-A962-23EB-E3CE-DA8D48921702}"/>
          </ac:spMkLst>
        </pc:spChg>
        <pc:spChg chg="add mod">
          <ac:chgData name="Andrew Beatty" userId="ddf183e3-d1da-49e1-9619-81ceb6b4ef92" providerId="ADAL" clId="{0A9FA626-7B66-484A-9EFA-B61C399DD8F4}" dt="2026-10-22T06:00:51.759" v="669" actId="20577"/>
          <ac:spMkLst>
            <pc:docMk/>
            <pc:sldMk cId="2174574833" sldId="276"/>
            <ac:spMk id="5" creationId="{825DEB19-BEBF-4FCD-387F-1B910B942D43}"/>
          </ac:spMkLst>
        </pc:spChg>
        <pc:spChg chg="add mod">
          <ac:chgData name="Andrew Beatty" userId="ddf183e3-d1da-49e1-9619-81ceb6b4ef92" providerId="ADAL" clId="{0A9FA626-7B66-484A-9EFA-B61C399DD8F4}" dt="2026-10-22T06:03:11.096" v="688" actId="6549"/>
          <ac:spMkLst>
            <pc:docMk/>
            <pc:sldMk cId="2174574833" sldId="276"/>
            <ac:spMk id="13" creationId="{EADF70ED-1B35-D33F-43D5-FBA9F71564C7}"/>
          </ac:spMkLst>
        </pc:spChg>
        <pc:cxnChg chg="add mod">
          <ac:chgData name="Andrew Beatty" userId="ddf183e3-d1da-49e1-9619-81ceb6b4ef92" providerId="ADAL" clId="{0A9FA626-7B66-484A-9EFA-B61C399DD8F4}" dt="2026-10-22T06:00:30.539" v="660" actId="14100"/>
          <ac:cxnSpMkLst>
            <pc:docMk/>
            <pc:sldMk cId="2174574833" sldId="276"/>
            <ac:cxnSpMk id="7" creationId="{9AC4CC02-0E2A-738E-C8D7-0943AD63957E}"/>
          </ac:cxnSpMkLst>
        </pc:cxnChg>
        <pc:cxnChg chg="add mod">
          <ac:chgData name="Andrew Beatty" userId="ddf183e3-d1da-49e1-9619-81ceb6b4ef92" providerId="ADAL" clId="{0A9FA626-7B66-484A-9EFA-B61C399DD8F4}" dt="2026-10-22T06:00:30.539" v="660" actId="14100"/>
          <ac:cxnSpMkLst>
            <pc:docMk/>
            <pc:sldMk cId="2174574833" sldId="276"/>
            <ac:cxnSpMk id="9" creationId="{1352D31E-9002-6462-380B-36D69062B95B}"/>
          </ac:cxnSpMkLst>
        </pc:cxnChg>
        <pc:cxnChg chg="add mod">
          <ac:chgData name="Andrew Beatty" userId="ddf183e3-d1da-49e1-9619-81ceb6b4ef92" providerId="ADAL" clId="{0A9FA626-7B66-484A-9EFA-B61C399DD8F4}" dt="2026-10-22T06:00:42.730" v="661" actId="14100"/>
          <ac:cxnSpMkLst>
            <pc:docMk/>
            <pc:sldMk cId="2174574833" sldId="276"/>
            <ac:cxnSpMk id="11" creationId="{809DEF6E-5BED-F0A5-49E9-CABDA55ED2E4}"/>
          </ac:cxnSpMkLst>
        </pc:cxnChg>
      </pc:sldChg>
      <pc:sldChg chg="new">
        <pc:chgData name="Andrew Beatty" userId="ddf183e3-d1da-49e1-9619-81ceb6b4ef92" providerId="ADAL" clId="{0A9FA626-7B66-484A-9EFA-B61C399DD8F4}" dt="2026-10-22T06:12:50.504" v="965" actId="680"/>
        <pc:sldMkLst>
          <pc:docMk/>
          <pc:sldMk cId="3964122135" sldId="277"/>
        </pc:sldMkLst>
      </pc:sldChg>
      <pc:sldChg chg="new">
        <pc:chgData name="Andrew Beatty" userId="ddf183e3-d1da-49e1-9619-81ceb6b4ef92" providerId="ADAL" clId="{0A9FA626-7B66-484A-9EFA-B61C399DD8F4}" dt="2026-10-22T06:13:12.402" v="968" actId="680"/>
        <pc:sldMkLst>
          <pc:docMk/>
          <pc:sldMk cId="2416203277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10/22/2026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F380-D3DD-641B-6BD2-F956189B5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600" dirty="0"/>
              <a:t>Bash scripting 2</a:t>
            </a:r>
            <a:br>
              <a:rPr lang="en-GB" sz="6600" dirty="0"/>
            </a:br>
            <a:r>
              <a:rPr lang="en-GB" sz="1800" dirty="0"/>
              <a:t>if while and for loops</a:t>
            </a:r>
            <a:endParaRPr lang="en-IE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208D5-1DB1-720B-D65D-740D245368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Network Operating Systems Security</a:t>
            </a:r>
          </a:p>
          <a:p>
            <a:r>
              <a:rPr lang="en-GB" dirty="0"/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5959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0BE0-E78B-29BB-5B0D-C76C5495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If 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A4A0-065B-C806-A806-E3113675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Format</a:t>
            </a:r>
          </a:p>
          <a:p>
            <a:pPr marL="0" lvl="0" indent="0" fontAlgn="base">
              <a:buNone/>
            </a:pPr>
            <a:r>
              <a:rPr lang="en-US" b="1" dirty="0"/>
              <a:t>if [ condition ]</a:t>
            </a:r>
          </a:p>
          <a:p>
            <a:pPr marL="0" lvl="0" indent="0" fontAlgn="base">
              <a:buNone/>
            </a:pPr>
            <a:r>
              <a:rPr lang="en-US" b="1" dirty="0"/>
              <a:t>then</a:t>
            </a:r>
          </a:p>
          <a:p>
            <a:pPr marL="0" lvl="0" indent="0" fontAlgn="base">
              <a:buNone/>
            </a:pPr>
            <a:r>
              <a:rPr lang="en-US" b="1" dirty="0"/>
              <a:t>      #Do this</a:t>
            </a:r>
          </a:p>
          <a:p>
            <a:pPr marL="0" lvl="0" indent="0" fontAlgn="base">
              <a:buNone/>
            </a:pPr>
            <a:r>
              <a:rPr lang="en-US" b="1" dirty="0"/>
              <a:t>fi</a:t>
            </a:r>
          </a:p>
          <a:p>
            <a:pPr fontAlgn="base"/>
            <a:r>
              <a:rPr lang="en-US" dirty="0"/>
              <a:t>Common tests</a:t>
            </a:r>
          </a:p>
          <a:p>
            <a:pPr fontAlgn="base"/>
            <a:r>
              <a:rPr lang="en-US" dirty="0"/>
              <a:t>(integers) -eq, -ne, -</a:t>
            </a:r>
            <a:r>
              <a:rPr lang="en-US" dirty="0" err="1"/>
              <a:t>gt</a:t>
            </a:r>
            <a:r>
              <a:rPr lang="en-US" dirty="0"/>
              <a:t>, -</a:t>
            </a:r>
            <a:r>
              <a:rPr lang="en-US" dirty="0" err="1"/>
              <a:t>lt</a:t>
            </a:r>
            <a:r>
              <a:rPr lang="en-US" dirty="0"/>
              <a:t>, -</a:t>
            </a:r>
            <a:r>
              <a:rPr lang="en-US" dirty="0" err="1"/>
              <a:t>ge</a:t>
            </a:r>
            <a:r>
              <a:rPr lang="en-US" dirty="0"/>
              <a:t>, -le</a:t>
            </a:r>
            <a:r>
              <a:rPr lang="en-IE" dirty="0"/>
              <a:t>​</a:t>
            </a:r>
          </a:p>
          <a:p>
            <a:pPr fontAlgn="base"/>
            <a:r>
              <a:rPr lang="en-IE" dirty="0"/>
              <a:t>(strings) == != &lt; &gt; </a:t>
            </a:r>
          </a:p>
          <a:p>
            <a:pPr fontAlgn="base"/>
            <a:r>
              <a:rPr lang="en-IE" dirty="0"/>
              <a:t>(files) -f</a:t>
            </a: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CB154-C129-9A93-407B-8AC93C947B45}"/>
              </a:ext>
            </a:extLst>
          </p:cNvPr>
          <p:cNvSpPr txBox="1"/>
          <p:nvPr/>
        </p:nvSpPr>
        <p:spPr>
          <a:xfrm>
            <a:off x="4914900" y="2121408"/>
            <a:ext cx="5816600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if [ $age -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ge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18 ]​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then​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echo "Adult"​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fi​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6504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A386-B129-E946-D13E-2B6DF5A6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else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FCCD1-9690-8EE8-81BB-9C26688F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Format</a:t>
            </a:r>
          </a:p>
          <a:p>
            <a:pPr marL="0" lvl="0" indent="0" fontAlgn="base">
              <a:buNone/>
            </a:pPr>
            <a:r>
              <a:rPr lang="en-US" b="1" dirty="0"/>
              <a:t>if [ condition ]</a:t>
            </a:r>
          </a:p>
          <a:p>
            <a:pPr marL="0" lvl="0" indent="0" fontAlgn="base">
              <a:buNone/>
            </a:pPr>
            <a:r>
              <a:rPr lang="en-US" b="1" dirty="0"/>
              <a:t>then</a:t>
            </a:r>
          </a:p>
          <a:p>
            <a:pPr marL="0" lvl="0" indent="0" fontAlgn="base">
              <a:buNone/>
            </a:pPr>
            <a:r>
              <a:rPr lang="en-US" b="1" dirty="0"/>
              <a:t>      #Do this</a:t>
            </a:r>
          </a:p>
          <a:p>
            <a:pPr marL="0" lvl="0" indent="0" fontAlgn="base">
              <a:buNone/>
            </a:pPr>
            <a:r>
              <a:rPr lang="en-US" b="1" dirty="0"/>
              <a:t>Else</a:t>
            </a:r>
          </a:p>
          <a:p>
            <a:pPr marL="0" lvl="0" indent="0" fontAlgn="base">
              <a:buNone/>
            </a:pPr>
            <a:r>
              <a:rPr lang="en-US" b="1" dirty="0"/>
              <a:t>       # do this instead</a:t>
            </a:r>
          </a:p>
          <a:p>
            <a:pPr marL="0" lvl="0" indent="0" fontAlgn="base">
              <a:buNone/>
            </a:pPr>
            <a:r>
              <a:rPr lang="en-US" b="1" dirty="0"/>
              <a:t>fi</a:t>
            </a:r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45FB4-890F-B03C-4AC1-607E637DE40A}"/>
              </a:ext>
            </a:extLst>
          </p:cNvPr>
          <p:cNvSpPr txBox="1"/>
          <p:nvPr/>
        </p:nvSpPr>
        <p:spPr>
          <a:xfrm>
            <a:off x="4914900" y="2121408"/>
            <a:ext cx="5816600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if [ -f myfile.txt ]​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then​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echo "Exists"​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else​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echo "Missing"​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fi​</a:t>
            </a:r>
          </a:p>
          <a:p>
            <a:r>
              <a:rPr lang="en-I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3309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65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DCDA-B57B-9EF5-C639-9594642F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F6207-7111-E0F5-FD40-FA33C3CC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Format</a:t>
            </a:r>
          </a:p>
          <a:p>
            <a:pPr marL="0" lvl="0" indent="0" fontAlgn="base">
              <a:buNone/>
            </a:pPr>
            <a:r>
              <a:rPr lang="en-US" b="1" dirty="0"/>
              <a:t>while [ condition ]</a:t>
            </a:r>
          </a:p>
          <a:p>
            <a:pPr marL="0" lvl="0" indent="0" fontAlgn="base">
              <a:buNone/>
            </a:pPr>
            <a:r>
              <a:rPr lang="en-US" b="1" dirty="0"/>
              <a:t>do</a:t>
            </a:r>
          </a:p>
          <a:p>
            <a:pPr marL="0" lvl="0" indent="0" fontAlgn="base">
              <a:buNone/>
            </a:pPr>
            <a:r>
              <a:rPr lang="en-US" b="1" dirty="0"/>
              <a:t>      #Do this</a:t>
            </a:r>
          </a:p>
          <a:p>
            <a:pPr marL="0" lvl="0" indent="0" fontAlgn="base">
              <a:buNone/>
            </a:pPr>
            <a:r>
              <a:rPr lang="en-US" b="1" dirty="0"/>
              <a:t>done</a:t>
            </a:r>
            <a:endParaRPr lang="en-GB" dirty="0"/>
          </a:p>
          <a:p>
            <a:endParaRPr lang="en-I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EB486-DBEB-4D90-0A47-FD3857784B52}"/>
              </a:ext>
            </a:extLst>
          </p:cNvPr>
          <p:cNvSpPr txBox="1"/>
          <p:nvPr/>
        </p:nvSpPr>
        <p:spPr>
          <a:xfrm>
            <a:off x="6248400" y="1422397"/>
            <a:ext cx="5816600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count=1​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[ $count -le 5 ]​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echo $count​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((count++))​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done​</a:t>
            </a:r>
          </a:p>
          <a:p>
            <a:pPr fontAlgn="base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5360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CCC5-ED77-7230-5C21-8A983C4D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Gotchas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251FC-A962-23EB-E3CE-DA8D48921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types of while loop</a:t>
            </a:r>
          </a:p>
          <a:p>
            <a:pPr lvl="1"/>
            <a:r>
              <a:rPr lang="en-GB" dirty="0"/>
              <a:t>Counter controlled</a:t>
            </a:r>
          </a:p>
          <a:p>
            <a:pPr lvl="2"/>
            <a:r>
              <a:rPr lang="en-GB" dirty="0"/>
              <a:t> DANGER can become infinite loop </a:t>
            </a:r>
          </a:p>
          <a:p>
            <a:pPr lvl="2"/>
            <a:r>
              <a:rPr lang="en-GB" dirty="0"/>
              <a:t>Remember the three parts</a:t>
            </a:r>
          </a:p>
          <a:p>
            <a:pPr lvl="3"/>
            <a:r>
              <a:rPr lang="en-GB" dirty="0"/>
              <a:t>Initialise condition</a:t>
            </a:r>
          </a:p>
          <a:p>
            <a:pPr lvl="3"/>
            <a:r>
              <a:rPr lang="en-GB" dirty="0"/>
              <a:t>Check condition</a:t>
            </a:r>
          </a:p>
          <a:p>
            <a:pPr lvl="3"/>
            <a:r>
              <a:rPr lang="en-GB" dirty="0"/>
              <a:t>Update condition</a:t>
            </a:r>
          </a:p>
          <a:p>
            <a:pPr lvl="3"/>
            <a:endParaRPr lang="en-GB" dirty="0"/>
          </a:p>
          <a:p>
            <a:pPr lvl="1"/>
            <a:r>
              <a:rPr lang="en-GB" dirty="0"/>
              <a:t>Sentinel controlled</a:t>
            </a:r>
          </a:p>
          <a:p>
            <a:pPr lvl="2"/>
            <a:r>
              <a:rPr lang="en-GB" dirty="0"/>
              <a:t>Until some final condition is reached (no more lines in input)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DEB19-BEBF-4FCD-387F-1B910B942D43}"/>
              </a:ext>
            </a:extLst>
          </p:cNvPr>
          <p:cNvSpPr txBox="1"/>
          <p:nvPr/>
        </p:nvSpPr>
        <p:spPr>
          <a:xfrm>
            <a:off x="6591300" y="2210308"/>
            <a:ext cx="4025900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count=1​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[ $count -le 5 ]​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echo $count​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count+=1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done​</a:t>
            </a:r>
          </a:p>
          <a:p>
            <a:pPr fontAlgn="base"/>
            <a:endParaRPr lang="en-I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C4CC02-0E2A-738E-C8D7-0943AD63957E}"/>
              </a:ext>
            </a:extLst>
          </p:cNvPr>
          <p:cNvCxnSpPr>
            <a:cxnSpLocks/>
          </p:cNvCxnSpPr>
          <p:nvPr/>
        </p:nvCxnSpPr>
        <p:spPr>
          <a:xfrm flipV="1">
            <a:off x="3975100" y="2432304"/>
            <a:ext cx="2628900" cy="1060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52D31E-9002-6462-380B-36D69062B95B}"/>
              </a:ext>
            </a:extLst>
          </p:cNvPr>
          <p:cNvCxnSpPr>
            <a:cxnSpLocks/>
          </p:cNvCxnSpPr>
          <p:nvPr/>
        </p:nvCxnSpPr>
        <p:spPr>
          <a:xfrm flipV="1">
            <a:off x="3784600" y="2832100"/>
            <a:ext cx="3733800" cy="96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9DEF6E-5BED-F0A5-49E9-CABDA55ED2E4}"/>
              </a:ext>
            </a:extLst>
          </p:cNvPr>
          <p:cNvCxnSpPr>
            <a:cxnSpLocks/>
          </p:cNvCxnSpPr>
          <p:nvPr/>
        </p:nvCxnSpPr>
        <p:spPr>
          <a:xfrm flipV="1">
            <a:off x="3975100" y="3606800"/>
            <a:ext cx="309880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DF70ED-1B35-D33F-43D5-FBA9F71564C7}"/>
              </a:ext>
            </a:extLst>
          </p:cNvPr>
          <p:cNvSpPr txBox="1"/>
          <p:nvPr/>
        </p:nvSpPr>
        <p:spPr>
          <a:xfrm>
            <a:off x="7366000" y="5236678"/>
            <a:ext cx="402590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while read -r line; do</a:t>
            </a:r>
          </a:p>
          <a:p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IE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 '%s\n' "$line"</a:t>
            </a:r>
          </a:p>
          <a:p>
            <a:pPr fontAlgn="base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7457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90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528B-F59A-8B0C-45EA-84FAC035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loop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E585B-A81B-AAB5-6009-4C2199697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Format</a:t>
            </a:r>
          </a:p>
          <a:p>
            <a:pPr marL="0" lvl="0" indent="0" fontAlgn="base">
              <a:buNone/>
            </a:pPr>
            <a:r>
              <a:rPr lang="en-US" b="1" dirty="0"/>
              <a:t>for </a:t>
            </a:r>
            <a:r>
              <a:rPr lang="en-US" dirty="0"/>
              <a:t>x</a:t>
            </a:r>
            <a:r>
              <a:rPr lang="en-US" b="1" dirty="0"/>
              <a:t> in </a:t>
            </a:r>
            <a:r>
              <a:rPr lang="en-US" dirty="0"/>
              <a:t>collection</a:t>
            </a:r>
          </a:p>
          <a:p>
            <a:pPr marL="0" lvl="0" indent="0" fontAlgn="base">
              <a:buNone/>
            </a:pPr>
            <a:r>
              <a:rPr lang="en-US" b="1" dirty="0"/>
              <a:t>do</a:t>
            </a:r>
          </a:p>
          <a:p>
            <a:pPr marL="0" lvl="0" indent="0" fontAlgn="base">
              <a:buNone/>
            </a:pPr>
            <a:r>
              <a:rPr lang="en-US" b="1" dirty="0"/>
              <a:t>      #Do this</a:t>
            </a:r>
          </a:p>
          <a:p>
            <a:pPr marL="0" lvl="0" indent="0" fontAlgn="base">
              <a:buNone/>
            </a:pPr>
            <a:r>
              <a:rPr lang="en-US" b="1" dirty="0"/>
              <a:t>done</a:t>
            </a:r>
            <a:endParaRPr lang="en-GB" dirty="0"/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FE388-B068-7CFA-1363-4CB9EA6F6222}"/>
              </a:ext>
            </a:extLst>
          </p:cNvPr>
          <p:cNvSpPr txBox="1"/>
          <p:nvPr/>
        </p:nvSpPr>
        <p:spPr>
          <a:xfrm>
            <a:off x="4724400" y="2819397"/>
            <a:ext cx="5816600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for user in $(cat users.txt)​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echo "Processing $user"​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done​</a:t>
            </a:r>
          </a:p>
          <a:p>
            <a:pPr fontAlgn="base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6508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20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B6A0-CC39-9594-90EC-9A536083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arguments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4605E-4BB5-7CCF-708D-71FCEFA8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2425192"/>
          </a:xfrm>
        </p:spPr>
        <p:txBody>
          <a:bodyPr>
            <a:normAutofit/>
          </a:bodyPr>
          <a:lstStyle/>
          <a:p>
            <a:r>
              <a:rPr lang="en-GB" dirty="0"/>
              <a:t>$1 first argument ( and so on up)</a:t>
            </a:r>
          </a:p>
          <a:p>
            <a:r>
              <a:rPr lang="en-GB" dirty="0"/>
              <a:t>$0 the command 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3C7CB-0335-F3E1-66C2-21AAD323C9BE}"/>
              </a:ext>
            </a:extLst>
          </p:cNvPr>
          <p:cNvSpPr txBox="1"/>
          <p:nvPr/>
        </p:nvSpPr>
        <p:spPr>
          <a:xfrm>
            <a:off x="2019300" y="3346271"/>
            <a:ext cx="5816600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Name=$1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echo $Name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run as ./script.sh andrew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5393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02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EA27-D3D8-A1C6-321D-26AA6C5F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8E189-4984-0800-F2A5-0B1274008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Format</a:t>
            </a:r>
          </a:p>
          <a:p>
            <a:pPr marL="0" indent="0">
              <a:buNone/>
            </a:pPr>
            <a:r>
              <a:rPr lang="en-GB" b="1" dirty="0" err="1"/>
              <a:t>Funname</a:t>
            </a:r>
            <a:r>
              <a:rPr lang="en-GB" b="1" dirty="0"/>
              <a:t>() {</a:t>
            </a:r>
          </a:p>
          <a:p>
            <a:pPr marL="0" indent="0">
              <a:buNone/>
            </a:pPr>
            <a:r>
              <a:rPr lang="en-GB" b="1" dirty="0"/>
              <a:t>    # do stuff</a:t>
            </a:r>
          </a:p>
          <a:p>
            <a:pPr marL="0" indent="0">
              <a:buNone/>
            </a:pPr>
            <a:r>
              <a:rPr lang="en-GB" b="1" dirty="0"/>
              <a:t>}</a:t>
            </a:r>
          </a:p>
          <a:p>
            <a:r>
              <a:rPr lang="en-GB" dirty="0"/>
              <a:t>Can leave out the 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FC770-8468-B903-8C55-43486838A638}"/>
              </a:ext>
            </a:extLst>
          </p:cNvPr>
          <p:cNvSpPr txBox="1"/>
          <p:nvPr/>
        </p:nvSpPr>
        <p:spPr>
          <a:xfrm>
            <a:off x="5305552" y="2505670"/>
            <a:ext cx="5816600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greet() {​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echo "Hello $1"​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}​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greet Andrew​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3637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45A2-3BB8-DFAC-AD01-A4EE8A15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Dubugging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99C2A-3179-9F4A-40D4-5FE8FCDC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bash -x script.sh​</a:t>
            </a:r>
          </a:p>
          <a:p>
            <a:pPr lvl="0" fontAlgn="base"/>
            <a:r>
              <a:rPr lang="en-US" dirty="0"/>
              <a:t>Check variable values with echo​</a:t>
            </a:r>
          </a:p>
          <a:p>
            <a:pPr lvl="0" fontAlgn="base"/>
            <a:r>
              <a:rPr lang="en-US" dirty="0"/>
              <a:t>Read error messages carefully​</a:t>
            </a:r>
          </a:p>
          <a:p>
            <a:pPr lvl="0" fontAlgn="base"/>
            <a:r>
              <a:rPr lang="en-US" dirty="0"/>
              <a:t>Test scripts with small inputs first​</a:t>
            </a:r>
          </a:p>
          <a:p>
            <a:r>
              <a:rPr lang="en-IE" dirty="0"/>
              <a:t>Ctrl-c to kill</a:t>
            </a:r>
          </a:p>
        </p:txBody>
      </p:sp>
    </p:spTree>
    <p:extLst>
      <p:ext uri="{BB962C8B-B14F-4D97-AF65-F5344CB8AC3E}">
        <p14:creationId xmlns:p14="http://schemas.microsoft.com/office/powerpoint/2010/main" val="317535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12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3A0B-219C-F4C5-D933-57BA1E39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GB" dirty="0"/>
              <a:t>Stand up and stretch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61309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181</TotalTime>
  <Words>381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Consolas</vt:lpstr>
      <vt:lpstr>Rockwell</vt:lpstr>
      <vt:lpstr>Rockwell Condensed</vt:lpstr>
      <vt:lpstr>Wingdings</vt:lpstr>
      <vt:lpstr>Wood Type</vt:lpstr>
      <vt:lpstr>Bash scripting 2 if while and for loops</vt:lpstr>
      <vt:lpstr>If </vt:lpstr>
      <vt:lpstr>If else</vt:lpstr>
      <vt:lpstr>PowerPoint Presentation</vt:lpstr>
      <vt:lpstr>While</vt:lpstr>
      <vt:lpstr>Gotchas</vt:lpstr>
      <vt:lpstr>PowerPoint Presentation</vt:lpstr>
      <vt:lpstr>For loop</vt:lpstr>
      <vt:lpstr>PowerPoint Presentation</vt:lpstr>
      <vt:lpstr>arguments</vt:lpstr>
      <vt:lpstr>PowerPoint Presentation</vt:lpstr>
      <vt:lpstr>functions</vt:lpstr>
      <vt:lpstr>Dubugging</vt:lpstr>
      <vt:lpstr>PowerPoint Presentation</vt:lpstr>
      <vt:lpstr>Stand up and stretch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Beatty</dc:creator>
  <cp:lastModifiedBy>Andrew Beatty</cp:lastModifiedBy>
  <cp:revision>6</cp:revision>
  <dcterms:created xsi:type="dcterms:W3CDTF">2026-10-12T16:30:08Z</dcterms:created>
  <dcterms:modified xsi:type="dcterms:W3CDTF">2026-10-22T06:13:21Z</dcterms:modified>
</cp:coreProperties>
</file>