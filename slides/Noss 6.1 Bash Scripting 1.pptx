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67" r:id="rId4"/>
    <p:sldId id="268" r:id="rId5"/>
    <p:sldId id="261" r:id="rId6"/>
    <p:sldId id="262" r:id="rId7"/>
    <p:sldId id="269" r:id="rId8"/>
    <p:sldId id="270" r:id="rId9"/>
    <p:sldId id="271" r:id="rId10"/>
    <p:sldId id="272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9F9C44-1ABD-4704-ABF3-C6FAB5FF064F}" v="10" dt="2026-10-22T04:40:07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3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eatty" userId="ddf183e3-d1da-49e1-9619-81ceb6b4ef92" providerId="ADAL" clId="{0A9FA626-7B66-484A-9EFA-B61C399DD8F4}"/>
    <pc:docChg chg="undo custSel addSld delSld modSld">
      <pc:chgData name="Andrew Beatty" userId="ddf183e3-d1da-49e1-9619-81ceb6b4ef92" providerId="ADAL" clId="{0A9FA626-7B66-484A-9EFA-B61C399DD8F4}" dt="2026-10-22T04:42:34.226" v="990" actId="20577"/>
      <pc:docMkLst>
        <pc:docMk/>
      </pc:docMkLst>
      <pc:sldChg chg="modSp mod">
        <pc:chgData name="Andrew Beatty" userId="ddf183e3-d1da-49e1-9619-81ceb6b4ef92" providerId="ADAL" clId="{0A9FA626-7B66-484A-9EFA-B61C399DD8F4}" dt="2026-10-22T04:18:11.753" v="15" actId="20577"/>
        <pc:sldMkLst>
          <pc:docMk/>
          <pc:sldMk cId="2759597653" sldId="256"/>
        </pc:sldMkLst>
        <pc:spChg chg="mod">
          <ac:chgData name="Andrew Beatty" userId="ddf183e3-d1da-49e1-9619-81ceb6b4ef92" providerId="ADAL" clId="{0A9FA626-7B66-484A-9EFA-B61C399DD8F4}" dt="2026-10-22T04:18:11.753" v="15" actId="20577"/>
          <ac:spMkLst>
            <pc:docMk/>
            <pc:sldMk cId="2759597653" sldId="256"/>
            <ac:spMk id="2" creationId="{978EF380-D3DD-641B-6BD2-F956189B5831}"/>
          </ac:spMkLst>
        </pc:spChg>
      </pc:sldChg>
      <pc:sldChg chg="modSp mod">
        <pc:chgData name="Andrew Beatty" userId="ddf183e3-d1da-49e1-9619-81ceb6b4ef92" providerId="ADAL" clId="{0A9FA626-7B66-484A-9EFA-B61C399DD8F4}" dt="2026-10-22T04:20:54.050" v="28" actId="6549"/>
        <pc:sldMkLst>
          <pc:docMk/>
          <pc:sldMk cId="1865043258" sldId="257"/>
        </pc:sldMkLst>
        <pc:spChg chg="mod">
          <ac:chgData name="Andrew Beatty" userId="ddf183e3-d1da-49e1-9619-81ceb6b4ef92" providerId="ADAL" clId="{0A9FA626-7B66-484A-9EFA-B61C399DD8F4}" dt="2026-10-22T04:20:02.463" v="19" actId="20577"/>
          <ac:spMkLst>
            <pc:docMk/>
            <pc:sldMk cId="1865043258" sldId="257"/>
            <ac:spMk id="2" creationId="{838A0BE0-E78B-29BB-5B0D-C76C54958EE1}"/>
          </ac:spMkLst>
        </pc:spChg>
        <pc:spChg chg="mod">
          <ac:chgData name="Andrew Beatty" userId="ddf183e3-d1da-49e1-9619-81ceb6b4ef92" providerId="ADAL" clId="{0A9FA626-7B66-484A-9EFA-B61C399DD8F4}" dt="2026-10-22T04:20:54.050" v="28" actId="6549"/>
          <ac:spMkLst>
            <pc:docMk/>
            <pc:sldMk cId="1865043258" sldId="257"/>
            <ac:spMk id="3" creationId="{DECDA4A0-065B-C806-A806-E31136754A07}"/>
          </ac:spMkLst>
        </pc:spChg>
      </pc:sldChg>
      <pc:sldChg chg="addSp modSp mod">
        <pc:chgData name="Andrew Beatty" userId="ddf183e3-d1da-49e1-9619-81ceb6b4ef92" providerId="ADAL" clId="{0A9FA626-7B66-484A-9EFA-B61C399DD8F4}" dt="2026-10-22T04:41:10.576" v="937" actId="20577"/>
        <pc:sldMkLst>
          <pc:docMk/>
          <pc:sldMk cId="3553937012" sldId="261"/>
        </pc:sldMkLst>
        <pc:spChg chg="mod">
          <ac:chgData name="Andrew Beatty" userId="ddf183e3-d1da-49e1-9619-81ceb6b4ef92" providerId="ADAL" clId="{0A9FA626-7B66-484A-9EFA-B61C399DD8F4}" dt="2026-10-22T04:24:05.455" v="160" actId="20577"/>
          <ac:spMkLst>
            <pc:docMk/>
            <pc:sldMk cId="3553937012" sldId="261"/>
            <ac:spMk id="2" creationId="{E0F0B6A0-CC39-9594-90EC-9A536083E9C5}"/>
          </ac:spMkLst>
        </pc:spChg>
        <pc:spChg chg="mod">
          <ac:chgData name="Andrew Beatty" userId="ddf183e3-d1da-49e1-9619-81ceb6b4ef92" providerId="ADAL" clId="{0A9FA626-7B66-484A-9EFA-B61C399DD8F4}" dt="2026-10-22T04:41:10.576" v="937" actId="20577"/>
          <ac:spMkLst>
            <pc:docMk/>
            <pc:sldMk cId="3553937012" sldId="261"/>
            <ac:spMk id="3" creationId="{4664605E-4BB5-7CCF-708D-71FCEFA8B717}"/>
          </ac:spMkLst>
        </pc:spChg>
        <pc:spChg chg="add mod">
          <ac:chgData name="Andrew Beatty" userId="ddf183e3-d1da-49e1-9619-81ceb6b4ef92" providerId="ADAL" clId="{0A9FA626-7B66-484A-9EFA-B61C399DD8F4}" dt="2026-10-22T04:35:02.450" v="654" actId="20577"/>
          <ac:spMkLst>
            <pc:docMk/>
            <pc:sldMk cId="3553937012" sldId="261"/>
            <ac:spMk id="4" creationId="{7343C7CB-0335-F3E1-66C2-21AAD323C9BE}"/>
          </ac:spMkLst>
        </pc:spChg>
      </pc:sldChg>
      <pc:sldChg chg="addSp modSp mod">
        <pc:chgData name="Andrew Beatty" userId="ddf183e3-d1da-49e1-9619-81ceb6b4ef92" providerId="ADAL" clId="{0A9FA626-7B66-484A-9EFA-B61C399DD8F4}" dt="2026-10-22T04:29:35.725" v="529" actId="20577"/>
        <pc:sldMkLst>
          <pc:docMk/>
          <pc:sldMk cId="2736378955" sldId="262"/>
        </pc:sldMkLst>
        <pc:spChg chg="mod">
          <ac:chgData name="Andrew Beatty" userId="ddf183e3-d1da-49e1-9619-81ceb6b4ef92" providerId="ADAL" clId="{0A9FA626-7B66-484A-9EFA-B61C399DD8F4}" dt="2026-10-22T04:27:48.913" v="406" actId="113"/>
          <ac:spMkLst>
            <pc:docMk/>
            <pc:sldMk cId="2736378955" sldId="262"/>
            <ac:spMk id="2" creationId="{1D0BEA27-D3D8-A1C6-321D-26AA6C5FB06C}"/>
          </ac:spMkLst>
        </pc:spChg>
        <pc:spChg chg="mod">
          <ac:chgData name="Andrew Beatty" userId="ddf183e3-d1da-49e1-9619-81ceb6b4ef92" providerId="ADAL" clId="{0A9FA626-7B66-484A-9EFA-B61C399DD8F4}" dt="2026-10-22T04:29:12.076" v="505" actId="20577"/>
          <ac:spMkLst>
            <pc:docMk/>
            <pc:sldMk cId="2736378955" sldId="262"/>
            <ac:spMk id="3" creationId="{6C18E189-4984-0800-F2A5-0B12740082B7}"/>
          </ac:spMkLst>
        </pc:spChg>
        <pc:spChg chg="add mod">
          <ac:chgData name="Andrew Beatty" userId="ddf183e3-d1da-49e1-9619-81ceb6b4ef92" providerId="ADAL" clId="{0A9FA626-7B66-484A-9EFA-B61C399DD8F4}" dt="2026-10-22T04:28:51.658" v="451" actId="1076"/>
          <ac:spMkLst>
            <pc:docMk/>
            <pc:sldMk cId="2736378955" sldId="262"/>
            <ac:spMk id="5" creationId="{A35FC770-8468-B903-8C55-43486838A638}"/>
          </ac:spMkLst>
        </pc:spChg>
        <pc:spChg chg="add mod">
          <ac:chgData name="Andrew Beatty" userId="ddf183e3-d1da-49e1-9619-81ceb6b4ef92" providerId="ADAL" clId="{0A9FA626-7B66-484A-9EFA-B61C399DD8F4}" dt="2026-10-22T04:29:35.725" v="529" actId="20577"/>
          <ac:spMkLst>
            <pc:docMk/>
            <pc:sldMk cId="2736378955" sldId="262"/>
            <ac:spMk id="7" creationId="{05CDE6CB-A84D-D5F4-4094-A602E9591C92}"/>
          </ac:spMkLst>
        </pc:spChg>
      </pc:sldChg>
      <pc:sldChg chg="modSp mod">
        <pc:chgData name="Andrew Beatty" userId="ddf183e3-d1da-49e1-9619-81ceb6b4ef92" providerId="ADAL" clId="{0A9FA626-7B66-484A-9EFA-B61C399DD8F4}" dt="2026-10-22T04:42:34.226" v="990" actId="20577"/>
        <pc:sldMkLst>
          <pc:docMk/>
          <pc:sldMk cId="961309304" sldId="264"/>
        </pc:sldMkLst>
        <pc:spChg chg="mod">
          <ac:chgData name="Andrew Beatty" userId="ddf183e3-d1da-49e1-9619-81ceb6b4ef92" providerId="ADAL" clId="{0A9FA626-7B66-484A-9EFA-B61C399DD8F4}" dt="2026-10-22T04:42:34.226" v="990" actId="20577"/>
          <ac:spMkLst>
            <pc:docMk/>
            <pc:sldMk cId="961309304" sldId="264"/>
            <ac:spMk id="2" creationId="{BE883A0B-219C-F4C5-D933-57BA1E39AEAE}"/>
          </ac:spMkLst>
        </pc:spChg>
      </pc:sldChg>
      <pc:sldChg chg="del">
        <pc:chgData name="Andrew Beatty" userId="ddf183e3-d1da-49e1-9619-81ceb6b4ef92" providerId="ADAL" clId="{0A9FA626-7B66-484A-9EFA-B61C399DD8F4}" dt="2026-10-22T04:23:10.045" v="151" actId="47"/>
        <pc:sldMkLst>
          <pc:docMk/>
          <pc:sldMk cId="2044057134" sldId="265"/>
        </pc:sldMkLst>
      </pc:sldChg>
      <pc:sldChg chg="del">
        <pc:chgData name="Andrew Beatty" userId="ddf183e3-d1da-49e1-9619-81ceb6b4ef92" providerId="ADAL" clId="{0A9FA626-7B66-484A-9EFA-B61C399DD8F4}" dt="2026-10-22T04:23:05.554" v="150" actId="47"/>
        <pc:sldMkLst>
          <pc:docMk/>
          <pc:sldMk cId="1715748787" sldId="266"/>
        </pc:sldMkLst>
      </pc:sldChg>
      <pc:sldChg chg="modSp new mod">
        <pc:chgData name="Andrew Beatty" userId="ddf183e3-d1da-49e1-9619-81ceb6b4ef92" providerId="ADAL" clId="{0A9FA626-7B66-484A-9EFA-B61C399DD8F4}" dt="2026-10-22T04:22:40.407" v="146" actId="20577"/>
        <pc:sldMkLst>
          <pc:docMk/>
          <pc:sldMk cId="196508583" sldId="267"/>
        </pc:sldMkLst>
        <pc:spChg chg="mod">
          <ac:chgData name="Andrew Beatty" userId="ddf183e3-d1da-49e1-9619-81ceb6b4ef92" providerId="ADAL" clId="{0A9FA626-7B66-484A-9EFA-B61C399DD8F4}" dt="2026-10-22T04:21:31.469" v="53" actId="20577"/>
          <ac:spMkLst>
            <pc:docMk/>
            <pc:sldMk cId="196508583" sldId="267"/>
            <ac:spMk id="2" creationId="{DB76528B-F59A-8B0C-45EA-84FAC035E23A}"/>
          </ac:spMkLst>
        </pc:spChg>
        <pc:spChg chg="mod">
          <ac:chgData name="Andrew Beatty" userId="ddf183e3-d1da-49e1-9619-81ceb6b4ef92" providerId="ADAL" clId="{0A9FA626-7B66-484A-9EFA-B61C399DD8F4}" dt="2026-10-22T04:22:40.407" v="146" actId="20577"/>
          <ac:spMkLst>
            <pc:docMk/>
            <pc:sldMk cId="196508583" sldId="267"/>
            <ac:spMk id="3" creationId="{114E585B-A81B-AAB5-6009-4C2199697647}"/>
          </ac:spMkLst>
        </pc:spChg>
      </pc:sldChg>
      <pc:sldChg chg="new add del">
        <pc:chgData name="Andrew Beatty" userId="ddf183e3-d1da-49e1-9619-81ceb6b4ef92" providerId="ADAL" clId="{0A9FA626-7B66-484A-9EFA-B61C399DD8F4}" dt="2026-10-22T04:23:03.459" v="149" actId="47"/>
        <pc:sldMkLst>
          <pc:docMk/>
          <pc:sldMk cId="2730909543" sldId="268"/>
        </pc:sldMkLst>
      </pc:sldChg>
      <pc:sldChg chg="delSp new mod">
        <pc:chgData name="Andrew Beatty" userId="ddf183e3-d1da-49e1-9619-81ceb6b4ef92" providerId="ADAL" clId="{0A9FA626-7B66-484A-9EFA-B61C399DD8F4}" dt="2026-10-22T04:30:21.997" v="532" actId="478"/>
        <pc:sldMkLst>
          <pc:docMk/>
          <pc:sldMk cId="801027524" sldId="269"/>
        </pc:sldMkLst>
        <pc:spChg chg="del">
          <ac:chgData name="Andrew Beatty" userId="ddf183e3-d1da-49e1-9619-81ceb6b4ef92" providerId="ADAL" clId="{0A9FA626-7B66-484A-9EFA-B61C399DD8F4}" dt="2026-10-22T04:30:21.997" v="532" actId="478"/>
          <ac:spMkLst>
            <pc:docMk/>
            <pc:sldMk cId="801027524" sldId="269"/>
            <ac:spMk id="2" creationId="{35A4641E-3058-6A3B-5D1A-44FA0253CDFC}"/>
          </ac:spMkLst>
        </pc:spChg>
        <pc:spChg chg="del">
          <ac:chgData name="Andrew Beatty" userId="ddf183e3-d1da-49e1-9619-81ceb6b4ef92" providerId="ADAL" clId="{0A9FA626-7B66-484A-9EFA-B61C399DD8F4}" dt="2026-10-22T04:30:20.942" v="531" actId="478"/>
          <ac:spMkLst>
            <pc:docMk/>
            <pc:sldMk cId="801027524" sldId="269"/>
            <ac:spMk id="3" creationId="{67B085FC-3609-3841-423B-F846234BED82}"/>
          </ac:spMkLst>
        </pc:spChg>
      </pc:sldChg>
      <pc:sldChg chg="addSp modSp new mod">
        <pc:chgData name="Andrew Beatty" userId="ddf183e3-d1da-49e1-9619-81ceb6b4ef92" providerId="ADAL" clId="{0A9FA626-7B66-484A-9EFA-B61C399DD8F4}" dt="2026-10-22T04:42:16.151" v="969" actId="20577"/>
        <pc:sldMkLst>
          <pc:docMk/>
          <pc:sldMk cId="3175351256" sldId="270"/>
        </pc:sldMkLst>
        <pc:spChg chg="mod">
          <ac:chgData name="Andrew Beatty" userId="ddf183e3-d1da-49e1-9619-81ceb6b4ef92" providerId="ADAL" clId="{0A9FA626-7B66-484A-9EFA-B61C399DD8F4}" dt="2026-10-22T04:30:31.762" v="544" actId="20577"/>
          <ac:spMkLst>
            <pc:docMk/>
            <pc:sldMk cId="3175351256" sldId="270"/>
            <ac:spMk id="2" creationId="{3D8C45A2-3BB8-DFAC-AD01-A4EE8A15A9BA}"/>
          </ac:spMkLst>
        </pc:spChg>
        <pc:spChg chg="mod">
          <ac:chgData name="Andrew Beatty" userId="ddf183e3-d1da-49e1-9619-81ceb6b4ef92" providerId="ADAL" clId="{0A9FA626-7B66-484A-9EFA-B61C399DD8F4}" dt="2026-10-22T04:42:16.151" v="969" actId="20577"/>
          <ac:spMkLst>
            <pc:docMk/>
            <pc:sldMk cId="3175351256" sldId="270"/>
            <ac:spMk id="3" creationId="{63E99C2A-3179-9F4A-40D4-5FE8FCDC97D1}"/>
          </ac:spMkLst>
        </pc:spChg>
        <pc:spChg chg="add mod">
          <ac:chgData name="Andrew Beatty" userId="ddf183e3-d1da-49e1-9619-81ceb6b4ef92" providerId="ADAL" clId="{0A9FA626-7B66-484A-9EFA-B61C399DD8F4}" dt="2026-10-22T04:40:26.197" v="855" actId="20577"/>
          <ac:spMkLst>
            <pc:docMk/>
            <pc:sldMk cId="3175351256" sldId="270"/>
            <ac:spMk id="5" creationId="{B29575EE-F07A-0789-2B03-47DAB87E99D8}"/>
          </ac:spMkLst>
        </pc:spChg>
        <pc:spChg chg="add mod">
          <ac:chgData name="Andrew Beatty" userId="ddf183e3-d1da-49e1-9619-81ceb6b4ef92" providerId="ADAL" clId="{0A9FA626-7B66-484A-9EFA-B61C399DD8F4}" dt="2026-10-22T04:40:18.151" v="851" actId="2711"/>
          <ac:spMkLst>
            <pc:docMk/>
            <pc:sldMk cId="3175351256" sldId="270"/>
            <ac:spMk id="7" creationId="{8BC406F9-6F52-2DD0-013D-1DF7D67C6B48}"/>
          </ac:spMkLst>
        </pc:spChg>
      </pc:sldChg>
      <pc:sldChg chg="addSp modSp new mod">
        <pc:chgData name="Andrew Beatty" userId="ddf183e3-d1da-49e1-9619-81ceb6b4ef92" providerId="ADAL" clId="{0A9FA626-7B66-484A-9EFA-B61C399DD8F4}" dt="2026-10-22T04:39:28.594" v="829" actId="1076"/>
        <pc:sldMkLst>
          <pc:docMk/>
          <pc:sldMk cId="1875669476" sldId="271"/>
        </pc:sldMkLst>
        <pc:spChg chg="mod">
          <ac:chgData name="Andrew Beatty" userId="ddf183e3-d1da-49e1-9619-81ceb6b4ef92" providerId="ADAL" clId="{0A9FA626-7B66-484A-9EFA-B61C399DD8F4}" dt="2026-10-22T04:38:36.027" v="774" actId="20577"/>
          <ac:spMkLst>
            <pc:docMk/>
            <pc:sldMk cId="1875669476" sldId="271"/>
            <ac:spMk id="2" creationId="{C1354846-73E5-40DD-F768-F29DC2C8F985}"/>
          </ac:spMkLst>
        </pc:spChg>
        <pc:spChg chg="mod">
          <ac:chgData name="Andrew Beatty" userId="ddf183e3-d1da-49e1-9619-81ceb6b4ef92" providerId="ADAL" clId="{0A9FA626-7B66-484A-9EFA-B61C399DD8F4}" dt="2026-10-22T04:39:24.945" v="827" actId="20577"/>
          <ac:spMkLst>
            <pc:docMk/>
            <pc:sldMk cId="1875669476" sldId="271"/>
            <ac:spMk id="3" creationId="{B05DD2AF-16B0-9549-2D0F-CFEB5A0B409B}"/>
          </ac:spMkLst>
        </pc:spChg>
        <pc:spChg chg="add mod">
          <ac:chgData name="Andrew Beatty" userId="ddf183e3-d1da-49e1-9619-81ceb6b4ef92" providerId="ADAL" clId="{0A9FA626-7B66-484A-9EFA-B61C399DD8F4}" dt="2026-10-22T04:39:28.594" v="829" actId="1076"/>
          <ac:spMkLst>
            <pc:docMk/>
            <pc:sldMk cId="1875669476" sldId="271"/>
            <ac:spMk id="5" creationId="{B994E932-7590-3C22-E90A-174421914084}"/>
          </ac:spMkLst>
        </pc:spChg>
      </pc:sldChg>
      <pc:sldChg chg="new">
        <pc:chgData name="Andrew Beatty" userId="ddf183e3-d1da-49e1-9619-81ceb6b4ef92" providerId="ADAL" clId="{0A9FA626-7B66-484A-9EFA-B61C399DD8F4}" dt="2026-10-22T04:42:21.482" v="970" actId="680"/>
        <pc:sldMkLst>
          <pc:docMk/>
          <pc:sldMk cId="869839942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10/22/2026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F380-D3DD-641B-6BD2-F956189B58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6600" dirty="0"/>
              <a:t>Bash scripting 1</a:t>
            </a:r>
            <a:endParaRPr lang="en-IE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208D5-1DB1-720B-D65D-740D245368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Network Operating Systems Security</a:t>
            </a:r>
          </a:p>
          <a:p>
            <a:r>
              <a:rPr lang="en-GB" dirty="0"/>
              <a:t>Andrew.Beatty@ATU.ie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59597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0BE0-E78B-29BB-5B0D-C76C54958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Bash</a:t>
            </a:r>
            <a:r>
              <a:rPr lang="en-IE" dirty="0"/>
              <a:t>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DA4A0-065B-C806-A806-E31136754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Bash = Bourne Again </a:t>
            </a:r>
            <a:r>
              <a:rPr lang="en-US" dirty="0" err="1"/>
              <a:t>SHell</a:t>
            </a:r>
            <a:r>
              <a:rPr lang="en-US" dirty="0"/>
              <a:t>​</a:t>
            </a:r>
          </a:p>
          <a:p>
            <a:pPr lvl="0" fontAlgn="base"/>
            <a:r>
              <a:rPr lang="en-US" dirty="0"/>
              <a:t>Default shell on many Linux systems​</a:t>
            </a:r>
          </a:p>
          <a:p>
            <a:pPr lvl="0" fontAlgn="base"/>
            <a:r>
              <a:rPr lang="en-US" dirty="0"/>
              <a:t>Executes commands and scripts​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6504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528B-F59A-8B0C-45EA-84FAC035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create a Script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E585B-A81B-AAB5-6009-4C2199697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Create file:  </a:t>
            </a:r>
            <a:r>
              <a:rPr lang="en-US" dirty="0" err="1"/>
              <a:t>eg</a:t>
            </a:r>
            <a:r>
              <a:rPr lang="en-US" dirty="0"/>
              <a:t> script.sh​</a:t>
            </a:r>
          </a:p>
          <a:p>
            <a:pPr lvl="0" fontAlgn="base"/>
            <a:r>
              <a:rPr lang="en-US" dirty="0"/>
              <a:t>Add shebang: #!/bin/bash​</a:t>
            </a:r>
          </a:p>
          <a:p>
            <a:pPr lvl="0" fontAlgn="base"/>
            <a:r>
              <a:rPr lang="en-US" dirty="0"/>
              <a:t>Put in the commands you want it to run </a:t>
            </a:r>
            <a:r>
              <a:rPr lang="en-US" dirty="0" err="1"/>
              <a:t>eg</a:t>
            </a:r>
            <a:r>
              <a:rPr lang="en-US" dirty="0"/>
              <a:t> </a:t>
            </a:r>
            <a:r>
              <a:rPr lang="en-US" dirty="0" err="1"/>
              <a:t>echp</a:t>
            </a:r>
            <a:r>
              <a:rPr lang="en-US" dirty="0"/>
              <a:t> “hello world”</a:t>
            </a:r>
          </a:p>
          <a:p>
            <a:pPr lvl="0" fontAlgn="base"/>
            <a:r>
              <a:rPr lang="en-US" dirty="0"/>
              <a:t>Make the file executable: </a:t>
            </a:r>
            <a:r>
              <a:rPr lang="en-US" dirty="0" err="1"/>
              <a:t>chmod</a:t>
            </a:r>
            <a:r>
              <a:rPr lang="en-US" dirty="0"/>
              <a:t> +x script.sh​</a:t>
            </a:r>
          </a:p>
          <a:p>
            <a:pPr lvl="0" fontAlgn="base"/>
            <a:r>
              <a:rPr lang="en-US" dirty="0"/>
              <a:t>Run it: ./script.sh​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6508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909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0B6A0-CC39-9594-90EC-9A536083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4605E-4BB5-7CCF-708D-71FCEFA8B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2425192"/>
          </a:xfrm>
        </p:spPr>
        <p:txBody>
          <a:bodyPr>
            <a:normAutofit/>
          </a:bodyPr>
          <a:lstStyle/>
          <a:p>
            <a:r>
              <a:rPr lang="en-GB" dirty="0"/>
              <a:t>Name=value pairs</a:t>
            </a:r>
          </a:p>
          <a:p>
            <a:r>
              <a:rPr lang="en-GB" dirty="0"/>
              <a:t>They are case sensitive. Name is not equal to name or </a:t>
            </a:r>
            <a:r>
              <a:rPr lang="en-GB" dirty="0" err="1"/>
              <a:t>NaMe</a:t>
            </a:r>
            <a:endParaRPr lang="en-GB" dirty="0"/>
          </a:p>
          <a:p>
            <a:r>
              <a:rPr lang="en-GB" dirty="0"/>
              <a:t>No spaces either side of =</a:t>
            </a:r>
          </a:p>
          <a:p>
            <a:r>
              <a:rPr lang="en-GB" dirty="0"/>
              <a:t>Use by putting $ in front of Name ($Name)</a:t>
            </a:r>
          </a:p>
          <a:p>
            <a:r>
              <a:rPr lang="en-GB" dirty="0"/>
              <a:t>Eg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3C7CB-0335-F3E1-66C2-21AAD323C9BE}"/>
              </a:ext>
            </a:extLst>
          </p:cNvPr>
          <p:cNvSpPr txBox="1"/>
          <p:nvPr/>
        </p:nvSpPr>
        <p:spPr>
          <a:xfrm>
            <a:off x="2057400" y="4084935"/>
            <a:ext cx="5816600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Name="Andrew"​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echo $Name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5393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BEA27-D3D8-A1C6-321D-26AA6C5FB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Input</a:t>
            </a:r>
            <a:r>
              <a:rPr lang="en-IE" dirty="0"/>
              <a:t>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8E189-4984-0800-F2A5-0B1274008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Read command </a:t>
            </a:r>
          </a:p>
          <a:p>
            <a:r>
              <a:rPr lang="en-GB" dirty="0"/>
              <a:t>-p sets the prompt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When running you can redirect a file to the input</a:t>
            </a:r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5FC770-8468-B903-8C55-43486838A638}"/>
              </a:ext>
            </a:extLst>
          </p:cNvPr>
          <p:cNvSpPr txBox="1"/>
          <p:nvPr/>
        </p:nvSpPr>
        <p:spPr>
          <a:xfrm>
            <a:off x="1981200" y="3225613"/>
            <a:ext cx="5816600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read -p "Enter name: " name​</a:t>
            </a:r>
          </a:p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echo "Hello $name"​</a:t>
            </a:r>
          </a:p>
          <a:p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CDE6CB-A84D-D5F4-4094-A602E9591C92}"/>
              </a:ext>
            </a:extLst>
          </p:cNvPr>
          <p:cNvSpPr txBox="1"/>
          <p:nvPr/>
        </p:nvSpPr>
        <p:spPr>
          <a:xfrm>
            <a:off x="1981200" y="5248870"/>
            <a:ext cx="581660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./script.sh &lt; file.txt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36378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027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C45A2-3BB8-DFAC-AD01-A4EE8A15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Arithmentic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99C2A-3179-9F4A-40D4-5FE8FCDC9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+, -, *, /</a:t>
            </a:r>
          </a:p>
          <a:p>
            <a:r>
              <a:rPr lang="en-GB" dirty="0"/>
              <a:t>% is modulo</a:t>
            </a:r>
          </a:p>
          <a:p>
            <a:r>
              <a:rPr lang="en-GB" dirty="0"/>
              <a:t>** exponent</a:t>
            </a:r>
          </a:p>
          <a:p>
            <a:r>
              <a:rPr lang="en-GB" dirty="0"/>
              <a:t>Use $ (( ))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Or `expr …..`  the backtick and expr</a:t>
            </a:r>
          </a:p>
          <a:p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9575EE-F07A-0789-2B03-47DAB87E99D8}"/>
              </a:ext>
            </a:extLst>
          </p:cNvPr>
          <p:cNvSpPr txBox="1"/>
          <p:nvPr/>
        </p:nvSpPr>
        <p:spPr>
          <a:xfrm>
            <a:off x="2425700" y="3925238"/>
            <a:ext cx="581660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en-IE" dirty="0">
                <a:solidFill>
                  <a:schemeClr val="bg1"/>
                </a:solidFill>
                <a:latin typeface="Consolas" panose="020B0609020204030204" pitchFamily="49" charset="0"/>
              </a:rPr>
              <a:t>sum=$((10+3))  </a:t>
            </a:r>
          </a:p>
          <a:p>
            <a:pPr fontAlgn="base"/>
            <a:r>
              <a:rPr lang="en-IE" dirty="0">
                <a:solidFill>
                  <a:schemeClr val="bg1"/>
                </a:solidFill>
                <a:latin typeface="Consolas" panose="020B0609020204030204" pitchFamily="49" charset="0"/>
              </a:rPr>
              <a:t>echo "Sum = $sum"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C406F9-6F52-2DD0-013D-1DF7D67C6B48}"/>
              </a:ext>
            </a:extLst>
          </p:cNvPr>
          <p:cNvSpPr txBox="1"/>
          <p:nvPr/>
        </p:nvSpPr>
        <p:spPr>
          <a:xfrm>
            <a:off x="2425700" y="5207938"/>
            <a:ext cx="581660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en-IE" dirty="0">
                <a:solidFill>
                  <a:schemeClr val="bg1"/>
                </a:solidFill>
                <a:latin typeface="Consolas" panose="020B0609020204030204" pitchFamily="49" charset="0"/>
              </a:rPr>
              <a:t>sum=`expr $a + $b`</a:t>
            </a:r>
          </a:p>
          <a:p>
            <a:pPr fontAlgn="base"/>
            <a:r>
              <a:rPr lang="en-IE" dirty="0">
                <a:solidFill>
                  <a:schemeClr val="bg1"/>
                </a:solidFill>
                <a:latin typeface="Consolas" panose="020B0609020204030204" pitchFamily="49" charset="0"/>
              </a:rPr>
              <a:t>echo $sum</a:t>
            </a:r>
          </a:p>
        </p:txBody>
      </p:sp>
    </p:spTree>
    <p:extLst>
      <p:ext uri="{BB962C8B-B14F-4D97-AF65-F5344CB8AC3E}">
        <p14:creationId xmlns:p14="http://schemas.microsoft.com/office/powerpoint/2010/main" val="3175351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4846-73E5-40DD-F768-F29DC2C8F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 with =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DD2AF-16B0-9549-2D0F-CFEB5A0B4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is also </a:t>
            </a:r>
          </a:p>
          <a:p>
            <a:pPr marL="0" indent="0">
              <a:buNone/>
            </a:pPr>
            <a:r>
              <a:rPr lang="en-GB" dirty="0"/>
              <a:t>+=, -=, *=, /=, **=, %=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94E932-7590-3C22-E90A-174421914084}"/>
              </a:ext>
            </a:extLst>
          </p:cNvPr>
          <p:cNvSpPr txBox="1"/>
          <p:nvPr/>
        </p:nvSpPr>
        <p:spPr>
          <a:xfrm>
            <a:off x="2070100" y="3429000"/>
            <a:ext cx="581660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en-IE" dirty="0">
                <a:solidFill>
                  <a:schemeClr val="bg1"/>
                </a:solidFill>
                <a:latin typeface="Consolas" panose="020B0609020204030204" pitchFamily="49" charset="0"/>
              </a:rPr>
              <a:t>Count=1</a:t>
            </a:r>
          </a:p>
          <a:p>
            <a:pPr fontAlgn="base"/>
            <a:r>
              <a:rPr lang="en-IE" dirty="0">
                <a:solidFill>
                  <a:schemeClr val="bg1"/>
                </a:solidFill>
                <a:latin typeface="Consolas" panose="020B0609020204030204" pitchFamily="49" charset="0"/>
              </a:rPr>
              <a:t>Count+=1</a:t>
            </a:r>
          </a:p>
        </p:txBody>
      </p:sp>
    </p:spTree>
    <p:extLst>
      <p:ext uri="{BB962C8B-B14F-4D97-AF65-F5344CB8AC3E}">
        <p14:creationId xmlns:p14="http://schemas.microsoft.com/office/powerpoint/2010/main" val="1875669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839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83A0B-219C-F4C5-D933-57BA1E39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/>
          <a:lstStyle/>
          <a:p>
            <a:pPr algn="ctr"/>
            <a:r>
              <a:rPr lang="en-GB" dirty="0"/>
              <a:t>Stand up and stretch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61309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91</TotalTime>
  <Words>245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Consolas</vt:lpstr>
      <vt:lpstr>Rockwell</vt:lpstr>
      <vt:lpstr>Rockwell Condensed</vt:lpstr>
      <vt:lpstr>Wingdings</vt:lpstr>
      <vt:lpstr>Wood Type</vt:lpstr>
      <vt:lpstr>Bash scripting 1</vt:lpstr>
      <vt:lpstr>Bash​</vt:lpstr>
      <vt:lpstr>To create a Script</vt:lpstr>
      <vt:lpstr>PowerPoint Presentation</vt:lpstr>
      <vt:lpstr>Variables</vt:lpstr>
      <vt:lpstr>User Input​</vt:lpstr>
      <vt:lpstr>PowerPoint Presentation</vt:lpstr>
      <vt:lpstr>Arithmentic</vt:lpstr>
      <vt:lpstr>Operation with =</vt:lpstr>
      <vt:lpstr>PowerPoint Presentation</vt:lpstr>
      <vt:lpstr>Stand up and stretch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Beatty</dc:creator>
  <cp:lastModifiedBy>Andrew Beatty</cp:lastModifiedBy>
  <cp:revision>5</cp:revision>
  <dcterms:created xsi:type="dcterms:W3CDTF">2026-10-12T16:30:08Z</dcterms:created>
  <dcterms:modified xsi:type="dcterms:W3CDTF">2026-10-22T04:42:42Z</dcterms:modified>
</cp:coreProperties>
</file>