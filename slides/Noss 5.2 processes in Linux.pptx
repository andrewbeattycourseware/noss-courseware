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6" r:id="rId4"/>
    <p:sldId id="265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338C26-D30F-4AC9-81DB-7FF75DA96A5D}" v="1" dt="2026-10-21T11:55:08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3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custSel delSld modSld">
      <pc:chgData name="Andrew Beatty" userId="ddf183e3-d1da-49e1-9619-81ceb6b4ef92" providerId="ADAL" clId="{0A9FA626-7B66-484A-9EFA-B61C399DD8F4}" dt="2026-10-21T11:55:25.715" v="5" actId="47"/>
      <pc:docMkLst>
        <pc:docMk/>
      </pc:docMkLst>
      <pc:sldChg chg="delSp modTransition modAnim">
        <pc:chgData name="Andrew Beatty" userId="ddf183e3-d1da-49e1-9619-81ceb6b4ef92" providerId="ADAL" clId="{0A9FA626-7B66-484A-9EFA-B61C399DD8F4}" dt="2026-10-21T11:55:08.016" v="0"/>
        <pc:sldMkLst>
          <pc:docMk/>
          <pc:sldMk cId="2759597653" sldId="256"/>
        </pc:sldMkLst>
        <pc:picChg chg="del">
          <ac:chgData name="Andrew Beatty" userId="ddf183e3-d1da-49e1-9619-81ceb6b4ef92" providerId="ADAL" clId="{0A9FA626-7B66-484A-9EFA-B61C399DD8F4}" dt="2026-10-21T11:55:08.016" v="0"/>
          <ac:picMkLst>
            <pc:docMk/>
            <pc:sldMk cId="2759597653" sldId="256"/>
            <ac:picMk id="6" creationId="{D9E93F7E-2FAB-960F-9A47-DD1A09CC8784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10-21T11:55:08.016" v="0"/>
        <pc:sldMkLst>
          <pc:docMk/>
          <pc:sldMk cId="1865043258" sldId="257"/>
        </pc:sldMkLst>
        <pc:picChg chg="del">
          <ac:chgData name="Andrew Beatty" userId="ddf183e3-d1da-49e1-9619-81ceb6b4ef92" providerId="ADAL" clId="{0A9FA626-7B66-484A-9EFA-B61C399DD8F4}" dt="2026-10-21T11:55:08.016" v="0"/>
          <ac:picMkLst>
            <pc:docMk/>
            <pc:sldMk cId="1865043258" sldId="257"/>
            <ac:picMk id="6" creationId="{809A4FE5-00AB-D8B4-E81E-0C43152CA466}"/>
          </ac:picMkLst>
        </pc:picChg>
      </pc:sldChg>
      <pc:sldChg chg="delSp del modTransition modAnim">
        <pc:chgData name="Andrew Beatty" userId="ddf183e3-d1da-49e1-9619-81ceb6b4ef92" providerId="ADAL" clId="{0A9FA626-7B66-484A-9EFA-B61C399DD8F4}" dt="2026-10-21T11:55:14.236" v="1" actId="47"/>
        <pc:sldMkLst>
          <pc:docMk/>
          <pc:sldMk cId="3652702496" sldId="258"/>
        </pc:sldMkLst>
        <pc:picChg chg="del">
          <ac:chgData name="Andrew Beatty" userId="ddf183e3-d1da-49e1-9619-81ceb6b4ef92" providerId="ADAL" clId="{0A9FA626-7B66-484A-9EFA-B61C399DD8F4}" dt="2026-10-21T11:55:08.016" v="0"/>
          <ac:picMkLst>
            <pc:docMk/>
            <pc:sldMk cId="3652702496" sldId="258"/>
            <ac:picMk id="5" creationId="{426BF4E1-E229-E3C2-EE5D-F3960350BFF6}"/>
          </ac:picMkLst>
        </pc:picChg>
      </pc:sldChg>
      <pc:sldChg chg="del modTransition">
        <pc:chgData name="Andrew Beatty" userId="ddf183e3-d1da-49e1-9619-81ceb6b4ef92" providerId="ADAL" clId="{0A9FA626-7B66-484A-9EFA-B61C399DD8F4}" dt="2026-10-21T11:55:18.416" v="2" actId="47"/>
        <pc:sldMkLst>
          <pc:docMk/>
          <pc:sldMk cId="3048146367" sldId="260"/>
        </pc:sldMkLst>
      </pc:sldChg>
      <pc:sldChg chg="delSp modTransition modAnim">
        <pc:chgData name="Andrew Beatty" userId="ddf183e3-d1da-49e1-9619-81ceb6b4ef92" providerId="ADAL" clId="{0A9FA626-7B66-484A-9EFA-B61C399DD8F4}" dt="2026-10-21T11:55:08.016" v="0"/>
        <pc:sldMkLst>
          <pc:docMk/>
          <pc:sldMk cId="3553937012" sldId="261"/>
        </pc:sldMkLst>
        <pc:picChg chg="del">
          <ac:chgData name="Andrew Beatty" userId="ddf183e3-d1da-49e1-9619-81ceb6b4ef92" providerId="ADAL" clId="{0A9FA626-7B66-484A-9EFA-B61C399DD8F4}" dt="2026-10-21T11:55:08.016" v="0"/>
          <ac:picMkLst>
            <pc:docMk/>
            <pc:sldMk cId="3553937012" sldId="261"/>
            <ac:picMk id="5" creationId="{002E671B-FA87-2F7A-66D1-21B0453D570A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10-21T11:55:08.016" v="0"/>
        <pc:sldMkLst>
          <pc:docMk/>
          <pc:sldMk cId="2736378955" sldId="262"/>
        </pc:sldMkLst>
        <pc:picChg chg="del">
          <ac:chgData name="Andrew Beatty" userId="ddf183e3-d1da-49e1-9619-81ceb6b4ef92" providerId="ADAL" clId="{0A9FA626-7B66-484A-9EFA-B61C399DD8F4}" dt="2026-10-21T11:55:08.016" v="0"/>
          <ac:picMkLst>
            <pc:docMk/>
            <pc:sldMk cId="2736378955" sldId="262"/>
            <ac:picMk id="6" creationId="{56E0102B-BE18-647F-8140-C4EBBC4807CF}"/>
          </ac:picMkLst>
        </pc:picChg>
      </pc:sldChg>
      <pc:sldChg chg="del modTransition">
        <pc:chgData name="Andrew Beatty" userId="ddf183e3-d1da-49e1-9619-81ceb6b4ef92" providerId="ADAL" clId="{0A9FA626-7B66-484A-9EFA-B61C399DD8F4}" dt="2026-10-21T11:55:20.426" v="3" actId="47"/>
        <pc:sldMkLst>
          <pc:docMk/>
          <pc:sldMk cId="2403889401" sldId="263"/>
        </pc:sldMkLst>
      </pc:sldChg>
      <pc:sldChg chg="delSp modTransition modAnim">
        <pc:chgData name="Andrew Beatty" userId="ddf183e3-d1da-49e1-9619-81ceb6b4ef92" providerId="ADAL" clId="{0A9FA626-7B66-484A-9EFA-B61C399DD8F4}" dt="2026-10-21T11:55:08.016" v="0"/>
        <pc:sldMkLst>
          <pc:docMk/>
          <pc:sldMk cId="961309304" sldId="264"/>
        </pc:sldMkLst>
        <pc:picChg chg="del">
          <ac:chgData name="Andrew Beatty" userId="ddf183e3-d1da-49e1-9619-81ceb6b4ef92" providerId="ADAL" clId="{0A9FA626-7B66-484A-9EFA-B61C399DD8F4}" dt="2026-10-21T11:55:08.016" v="0"/>
          <ac:picMkLst>
            <pc:docMk/>
            <pc:sldMk cId="961309304" sldId="264"/>
            <ac:picMk id="5" creationId="{B1B5B5D8-DE01-A9C2-9266-53AD95A0EAE8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10-21T11:55:08.016" v="0"/>
        <pc:sldMkLst>
          <pc:docMk/>
          <pc:sldMk cId="2044057134" sldId="265"/>
        </pc:sldMkLst>
        <pc:picChg chg="del">
          <ac:chgData name="Andrew Beatty" userId="ddf183e3-d1da-49e1-9619-81ceb6b4ef92" providerId="ADAL" clId="{0A9FA626-7B66-484A-9EFA-B61C399DD8F4}" dt="2026-10-21T11:55:08.016" v="0"/>
          <ac:picMkLst>
            <pc:docMk/>
            <pc:sldMk cId="2044057134" sldId="265"/>
            <ac:picMk id="6" creationId="{7076D5AC-2A55-9A85-C53C-63A45DB463CD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10-21T11:55:08.016" v="0"/>
        <pc:sldMkLst>
          <pc:docMk/>
          <pc:sldMk cId="1715748787" sldId="266"/>
        </pc:sldMkLst>
        <pc:picChg chg="del">
          <ac:chgData name="Andrew Beatty" userId="ddf183e3-d1da-49e1-9619-81ceb6b4ef92" providerId="ADAL" clId="{0A9FA626-7B66-484A-9EFA-B61C399DD8F4}" dt="2026-10-21T11:55:08.016" v="0"/>
          <ac:picMkLst>
            <pc:docMk/>
            <pc:sldMk cId="1715748787" sldId="266"/>
            <ac:picMk id="4" creationId="{AF1D2492-E017-384E-AE92-C763C93FBB44}"/>
          </ac:picMkLst>
        </pc:picChg>
      </pc:sldChg>
      <pc:sldChg chg="delSp del mod modTransition delAnim">
        <pc:chgData name="Andrew Beatty" userId="ddf183e3-d1da-49e1-9619-81ceb6b4ef92" providerId="ADAL" clId="{0A9FA626-7B66-484A-9EFA-B61C399DD8F4}" dt="2026-10-21T11:55:25.715" v="5" actId="47"/>
        <pc:sldMkLst>
          <pc:docMk/>
          <pc:sldMk cId="2344948691" sldId="267"/>
        </pc:sldMkLst>
        <pc:picChg chg="del">
          <ac:chgData name="Andrew Beatty" userId="ddf183e3-d1da-49e1-9619-81ceb6b4ef92" providerId="ADAL" clId="{0A9FA626-7B66-484A-9EFA-B61C399DD8F4}" dt="2026-10-21T11:55:24.590" v="4" actId="478"/>
          <ac:picMkLst>
            <pc:docMk/>
            <pc:sldMk cId="2344948691" sldId="267"/>
            <ac:picMk id="2" creationId="{64971477-BF60-5755-6CAE-25984E37204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10/21/2026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F380-D3DD-641B-6BD2-F956189B5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6600" dirty="0"/>
              <a:t>Processes in Linux</a:t>
            </a:r>
            <a:endParaRPr lang="en-IE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208D5-1DB1-720B-D65D-740D245368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Network Operating Systems Security</a:t>
            </a:r>
          </a:p>
          <a:p>
            <a:r>
              <a:rPr lang="en-GB" dirty="0"/>
              <a:t>Andrew.Beatty@ATU.ie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5959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0BE0-E78B-29BB-5B0D-C76C5495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Process?</a:t>
            </a:r>
            <a:r>
              <a:rPr lang="en-IE" dirty="0"/>
              <a:t>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DA4A0-065B-C806-A806-E3113675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A running instance of a program​</a:t>
            </a:r>
          </a:p>
          <a:p>
            <a:pPr fontAlgn="base"/>
            <a:r>
              <a:rPr lang="en-US" dirty="0"/>
              <a:t>Unique Process ID (PID)​</a:t>
            </a:r>
          </a:p>
          <a:p>
            <a:pPr fontAlgn="base"/>
            <a:r>
              <a:rPr lang="en-US" dirty="0"/>
              <a:t>Uses CPU, memory and I/O​</a:t>
            </a:r>
          </a:p>
          <a:p>
            <a:pPr fontAlgn="base"/>
            <a:r>
              <a:rPr lang="en-US" dirty="0"/>
              <a:t>Created and managed by kernel​</a:t>
            </a:r>
          </a:p>
          <a:p>
            <a:pPr fontAlgn="base"/>
            <a:r>
              <a:rPr lang="en-US" dirty="0"/>
              <a:t>They can also have terminals associate with them, </a:t>
            </a:r>
          </a:p>
          <a:p>
            <a:pPr fontAlgn="base"/>
            <a:r>
              <a:rPr lang="en-US" dirty="0"/>
              <a:t>Can have priorities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6504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9D48-932D-5E4E-AD0C-8AC95817A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Proccess</a:t>
            </a:r>
            <a:r>
              <a:rPr lang="en-GB" dirty="0"/>
              <a:t> lifecycle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4D7A2-87C6-CCA3-3253-268B36846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52785"/>
            <a:ext cx="6962069" cy="385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4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404B-8826-67DA-E7BF-379E0F60A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447" y="256032"/>
            <a:ext cx="10058400" cy="1609344"/>
          </a:xfrm>
        </p:spPr>
        <p:txBody>
          <a:bodyPr/>
          <a:lstStyle/>
          <a:p>
            <a:r>
              <a:rPr lang="en-GB" dirty="0"/>
              <a:t>States</a:t>
            </a:r>
            <a:endParaRPr lang="en-I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0CE8FF-BCDE-10E4-E660-85337180B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7918368"/>
              </p:ext>
            </p:extLst>
          </p:nvPr>
        </p:nvGraphicFramePr>
        <p:xfrm>
          <a:off x="1346200" y="1435100"/>
          <a:ext cx="10325100" cy="4949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3573171979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555833127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960584686"/>
                    </a:ext>
                  </a:extLst>
                </a:gridCol>
              </a:tblGrid>
              <a:tr h="158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400" b="1" dirty="0"/>
                        <a:t>Letter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400" b="1" dirty="0"/>
                        <a:t>State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400" b="1" dirty="0"/>
                        <a:t>Description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2342254848"/>
                  </a:ext>
                </a:extLst>
              </a:tr>
              <a:tr h="503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R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Running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/>
                        <a:t>Process is currently running or ready to run on a CPU.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4160765034"/>
                  </a:ext>
                </a:extLst>
              </a:tr>
              <a:tr h="851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S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Sleeping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/>
                        <a:t>Interruptible sleep. Waiting for an event such as keyboard input, network traffic, or a timer. This is the most common state.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695133320"/>
                  </a:ext>
                </a:extLst>
              </a:tr>
              <a:tr h="61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D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Uninterruptible Sleep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/>
                        <a:t>Usually waiting for disk or I/O operations. Signals generally cannot interrupt the process. 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2430729168"/>
                  </a:ext>
                </a:extLst>
              </a:tr>
              <a:tr h="503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T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Stopped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/>
                        <a:t>Suspended by a job-control signal such as </a:t>
                      </a:r>
                      <a:r>
                        <a:rPr lang="en-IE" sz="1400" dirty="0" err="1"/>
                        <a:t>Ctrl+Z</a:t>
                      </a:r>
                      <a:r>
                        <a:rPr lang="en-IE" sz="1400" dirty="0"/>
                        <a:t> (SIGTSTP). 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2824198500"/>
                  </a:ext>
                </a:extLst>
              </a:tr>
              <a:tr h="270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t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Traced/Stopped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/>
                        <a:t>Stopped by a debugger such as </a:t>
                      </a:r>
                      <a:r>
                        <a:rPr lang="en-IE" sz="1400" dirty="0" err="1"/>
                        <a:t>gdb</a:t>
                      </a:r>
                      <a:r>
                        <a:rPr lang="en-IE" sz="1400" dirty="0"/>
                        <a:t>. 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3056347171"/>
                  </a:ext>
                </a:extLst>
              </a:tr>
              <a:tr h="61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Z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Zombie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/>
                        <a:t>Process has finished execution but its parent has not yet collected its exit status. 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2720958341"/>
                  </a:ext>
                </a:extLst>
              </a:tr>
              <a:tr h="387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I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Idle Kernel Thread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/>
                        <a:t>An idle kernel thread waiting for work. 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2219508714"/>
                  </a:ext>
                </a:extLst>
              </a:tr>
              <a:tr h="270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X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Dead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/>
                        <a:t>Dead process. Rarely, if ever, seen. 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3737621374"/>
                  </a:ext>
                </a:extLst>
              </a:tr>
              <a:tr h="387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/>
                        <a:t>W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2000" dirty="0"/>
                        <a:t>Paging</a:t>
                      </a:r>
                    </a:p>
                  </a:txBody>
                  <a:tcPr marL="34333" marR="34333" marT="17167" marB="17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/>
                        <a:t>Historical state; not used on modern Linux kernels. </a:t>
                      </a:r>
                    </a:p>
                  </a:txBody>
                  <a:tcPr marL="34333" marR="34333" marT="17167" marB="17167" anchor="ctr"/>
                </a:tc>
                <a:extLst>
                  <a:ext uri="{0D108BD9-81ED-4DB2-BD59-A6C34878D82A}">
                    <a16:rowId xmlns:a16="http://schemas.microsoft.com/office/drawing/2014/main" val="2526870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05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B6A0-CC39-9594-90EC-9A536083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Forground</a:t>
            </a:r>
            <a:r>
              <a:rPr lang="en-GB" dirty="0"/>
              <a:t> and background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4605E-4BB5-7CCF-708D-71FCEFA8B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&amp; at the end of a process runs in the background</a:t>
            </a:r>
          </a:p>
          <a:p>
            <a:r>
              <a:rPr lang="en-GB" dirty="0"/>
              <a:t>Ctrl-z suspends a process</a:t>
            </a:r>
          </a:p>
          <a:p>
            <a:r>
              <a:rPr lang="en-GB" dirty="0" err="1"/>
              <a:t>bg</a:t>
            </a:r>
            <a:r>
              <a:rPr lang="en-GB" dirty="0"/>
              <a:t> runs a job in the background</a:t>
            </a:r>
          </a:p>
          <a:p>
            <a:r>
              <a:rPr lang="en-GB" dirty="0" err="1"/>
              <a:t>fg</a:t>
            </a:r>
            <a:r>
              <a:rPr lang="en-GB" dirty="0"/>
              <a:t> moves a job to the </a:t>
            </a:r>
            <a:r>
              <a:rPr lang="en-GB" dirty="0" err="1"/>
              <a:t>forground</a:t>
            </a:r>
            <a:r>
              <a:rPr lang="en-GB" dirty="0"/>
              <a:t> </a:t>
            </a:r>
          </a:p>
          <a:p>
            <a:r>
              <a:rPr lang="en-GB" dirty="0"/>
              <a:t>kill sends a terminate </a:t>
            </a:r>
            <a:r>
              <a:rPr lang="en-GB" dirty="0" err="1"/>
              <a:t>sigmal</a:t>
            </a:r>
            <a:r>
              <a:rPr lang="en-GB" dirty="0"/>
              <a:t> to a process</a:t>
            </a:r>
          </a:p>
          <a:p>
            <a:r>
              <a:rPr lang="en-GB" dirty="0"/>
              <a:t>Kill -9 terminates a process (forcefully)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5393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EA27-D3D8-A1C6-321D-26AA6C5F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Nice is used to set priorities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8E189-4984-0800-F2A5-0B1274008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lower the number the higher the priority</a:t>
            </a:r>
          </a:p>
          <a:p>
            <a:pPr marL="0" indent="0">
              <a:buNone/>
            </a:pPr>
            <a:r>
              <a:rPr lang="en-GB" dirty="0"/>
              <a:t>nice –n 10 sleep 300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3637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3A0B-219C-F4C5-D933-57BA1E39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GB" dirty="0"/>
              <a:t>There is a lab associated with this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61309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66</TotalTime>
  <Words>285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Rockwell</vt:lpstr>
      <vt:lpstr>Rockwell Condensed</vt:lpstr>
      <vt:lpstr>Wingdings</vt:lpstr>
      <vt:lpstr>Wood Type</vt:lpstr>
      <vt:lpstr>Processes in Linux</vt:lpstr>
      <vt:lpstr>What is a Process?​</vt:lpstr>
      <vt:lpstr>Proccess lifecycle</vt:lpstr>
      <vt:lpstr>States</vt:lpstr>
      <vt:lpstr>Forground and background</vt:lpstr>
      <vt:lpstr>Nice is used to set priorities</vt:lpstr>
      <vt:lpstr>There is a lab associated with this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Beatty</dc:creator>
  <cp:lastModifiedBy>Andrew Beatty</cp:lastModifiedBy>
  <cp:revision>4</cp:revision>
  <dcterms:created xsi:type="dcterms:W3CDTF">2026-10-12T16:30:08Z</dcterms:created>
  <dcterms:modified xsi:type="dcterms:W3CDTF">2026-10-21T11:55:27Z</dcterms:modified>
</cp:coreProperties>
</file>